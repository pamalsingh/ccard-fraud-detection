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074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242301-B06E-4E3F-8F8F-B18B43E2FAE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9C2452C-7308-4989-93D8-70394D8F87FF}">
      <dgm:prSet/>
      <dgm:spPr/>
      <dgm:t>
        <a:bodyPr/>
        <a:lstStyle/>
        <a:p>
          <a:r>
            <a:rPr lang="en-IN"/>
            <a:t>Dataset</a:t>
          </a:r>
        </a:p>
      </dgm:t>
    </dgm:pt>
    <dgm:pt modelId="{79FD96BE-474E-4B21-946F-9EAE151A2A6D}" type="parTrans" cxnId="{C568D79D-2516-45D4-AA79-CDF5AD315E99}">
      <dgm:prSet/>
      <dgm:spPr/>
      <dgm:t>
        <a:bodyPr/>
        <a:lstStyle/>
        <a:p>
          <a:endParaRPr lang="en-IN"/>
        </a:p>
      </dgm:t>
    </dgm:pt>
    <dgm:pt modelId="{F9FC8272-1296-480C-B6B0-77BEE4514E27}" type="sibTrans" cxnId="{C568D79D-2516-45D4-AA79-CDF5AD315E99}">
      <dgm:prSet/>
      <dgm:spPr/>
      <dgm:t>
        <a:bodyPr/>
        <a:lstStyle/>
        <a:p>
          <a:endParaRPr lang="en-IN"/>
        </a:p>
      </dgm:t>
    </dgm:pt>
    <dgm:pt modelId="{43231269-1F4E-4A4E-AA0F-15AC81C1881E}">
      <dgm:prSet/>
      <dgm:spPr/>
      <dgm:t>
        <a:bodyPr/>
        <a:lstStyle/>
        <a:p>
          <a:r>
            <a:rPr lang="en-IN"/>
            <a:t>EDA</a:t>
          </a:r>
        </a:p>
      </dgm:t>
    </dgm:pt>
    <dgm:pt modelId="{547C894B-3161-4733-8906-53B9EAA63DDB}" type="parTrans" cxnId="{DFA8EB49-5995-46D5-8758-C99E39296ADF}">
      <dgm:prSet/>
      <dgm:spPr/>
      <dgm:t>
        <a:bodyPr/>
        <a:lstStyle/>
        <a:p>
          <a:endParaRPr lang="en-IN"/>
        </a:p>
      </dgm:t>
    </dgm:pt>
    <dgm:pt modelId="{E70A7C92-A69F-4614-9B43-D95591262842}" type="sibTrans" cxnId="{DFA8EB49-5995-46D5-8758-C99E39296ADF}">
      <dgm:prSet/>
      <dgm:spPr/>
      <dgm:t>
        <a:bodyPr/>
        <a:lstStyle/>
        <a:p>
          <a:endParaRPr lang="en-IN"/>
        </a:p>
      </dgm:t>
    </dgm:pt>
    <dgm:pt modelId="{295FA9CB-B38C-49B4-B54F-D239AC113BE6}">
      <dgm:prSet/>
      <dgm:spPr/>
      <dgm:t>
        <a:bodyPr/>
        <a:lstStyle/>
        <a:p>
          <a:r>
            <a:rPr lang="en-IN" dirty="0"/>
            <a:t>↓</a:t>
          </a:r>
        </a:p>
      </dgm:t>
    </dgm:pt>
    <dgm:pt modelId="{16024E5A-615C-4720-8EC6-CD47F1502376}" type="parTrans" cxnId="{1512880A-62F5-4630-A2EA-4AE9C4B45706}">
      <dgm:prSet/>
      <dgm:spPr/>
      <dgm:t>
        <a:bodyPr/>
        <a:lstStyle/>
        <a:p>
          <a:endParaRPr lang="en-IN"/>
        </a:p>
      </dgm:t>
    </dgm:pt>
    <dgm:pt modelId="{EA1AA0B7-71E2-4950-BDD4-AA4D3B859712}" type="sibTrans" cxnId="{1512880A-62F5-4630-A2EA-4AE9C4B45706}">
      <dgm:prSet/>
      <dgm:spPr/>
      <dgm:t>
        <a:bodyPr/>
        <a:lstStyle/>
        <a:p>
          <a:endParaRPr lang="en-IN"/>
        </a:p>
      </dgm:t>
    </dgm:pt>
    <dgm:pt modelId="{32BE1BFC-9C22-4B04-AB08-920B469B990D}">
      <dgm:prSet/>
      <dgm:spPr/>
      <dgm:t>
        <a:bodyPr/>
        <a:lstStyle/>
        <a:p>
          <a:r>
            <a:rPr lang="en-IN"/>
            <a:t>Preprocessing</a:t>
          </a:r>
        </a:p>
      </dgm:t>
    </dgm:pt>
    <dgm:pt modelId="{EF00885D-5CD3-45DF-A36A-93BC3E01C6E7}" type="parTrans" cxnId="{CC2D88A8-895B-4F9F-A0BF-176926228B16}">
      <dgm:prSet/>
      <dgm:spPr/>
      <dgm:t>
        <a:bodyPr/>
        <a:lstStyle/>
        <a:p>
          <a:endParaRPr lang="en-IN"/>
        </a:p>
      </dgm:t>
    </dgm:pt>
    <dgm:pt modelId="{BB76DBE6-32AF-4379-8707-6B2DA933CCB1}" type="sibTrans" cxnId="{CC2D88A8-895B-4F9F-A0BF-176926228B16}">
      <dgm:prSet/>
      <dgm:spPr/>
      <dgm:t>
        <a:bodyPr/>
        <a:lstStyle/>
        <a:p>
          <a:endParaRPr lang="en-IN"/>
        </a:p>
      </dgm:t>
    </dgm:pt>
    <dgm:pt modelId="{882B6BBC-2387-49B3-BA12-D508A72A4B07}">
      <dgm:prSet/>
      <dgm:spPr/>
      <dgm:t>
        <a:bodyPr/>
        <a:lstStyle/>
        <a:p>
          <a:r>
            <a:rPr lang="en-IN"/>
            <a:t>Baseline Models</a:t>
          </a:r>
          <a:br>
            <a:rPr lang="en-IN"/>
          </a:br>
          <a:r>
            <a:rPr lang="en-IN"/>
            <a:t>(RF | XGBoost | DNN)</a:t>
          </a:r>
        </a:p>
      </dgm:t>
    </dgm:pt>
    <dgm:pt modelId="{DF9AA5C0-55E4-48FE-973C-C8802E46EF8A}" type="parTrans" cxnId="{7B45FED7-3FA7-461E-B656-251CBDEE7040}">
      <dgm:prSet/>
      <dgm:spPr/>
      <dgm:t>
        <a:bodyPr/>
        <a:lstStyle/>
        <a:p>
          <a:endParaRPr lang="en-IN"/>
        </a:p>
      </dgm:t>
    </dgm:pt>
    <dgm:pt modelId="{DEF96D99-284A-4D91-97D3-6E0C6CAC6358}" type="sibTrans" cxnId="{7B45FED7-3FA7-461E-B656-251CBDEE7040}">
      <dgm:prSet/>
      <dgm:spPr/>
      <dgm:t>
        <a:bodyPr/>
        <a:lstStyle/>
        <a:p>
          <a:endParaRPr lang="en-IN"/>
        </a:p>
      </dgm:t>
    </dgm:pt>
    <dgm:pt modelId="{E54D76E2-8757-426A-9F45-EE0EEF046222}">
      <dgm:prSet/>
      <dgm:spPr/>
      <dgm:t>
        <a:bodyPr/>
        <a:lstStyle/>
        <a:p>
          <a:r>
            <a:rPr lang="en-IN"/>
            <a:t>↓</a:t>
          </a:r>
        </a:p>
      </dgm:t>
    </dgm:pt>
    <dgm:pt modelId="{7567D281-578D-47A4-BAB6-EE4120FA49E5}" type="parTrans" cxnId="{ECEEC08F-A919-4C61-93F5-04269F04717F}">
      <dgm:prSet/>
      <dgm:spPr/>
      <dgm:t>
        <a:bodyPr/>
        <a:lstStyle/>
        <a:p>
          <a:endParaRPr lang="en-IN"/>
        </a:p>
      </dgm:t>
    </dgm:pt>
    <dgm:pt modelId="{E81173E7-44C9-4BB6-8C7C-B5C0B1037200}" type="sibTrans" cxnId="{ECEEC08F-A919-4C61-93F5-04269F04717F}">
      <dgm:prSet/>
      <dgm:spPr/>
      <dgm:t>
        <a:bodyPr/>
        <a:lstStyle/>
        <a:p>
          <a:endParaRPr lang="en-IN"/>
        </a:p>
      </dgm:t>
    </dgm:pt>
    <dgm:pt modelId="{AFAD96E1-2613-4656-82BD-158A455BA83D}">
      <dgm:prSet/>
      <dgm:spPr/>
      <dgm:t>
        <a:bodyPr/>
        <a:lstStyle/>
        <a:p>
          <a:r>
            <a:rPr lang="en-IN"/>
            <a:t>SMOTE</a:t>
          </a:r>
        </a:p>
      </dgm:t>
    </dgm:pt>
    <dgm:pt modelId="{A5262A8A-B9D6-4E4E-ABC1-562EE0813120}" type="parTrans" cxnId="{A10C7806-A3DD-4E37-BB53-1B10A39127E0}">
      <dgm:prSet/>
      <dgm:spPr/>
      <dgm:t>
        <a:bodyPr/>
        <a:lstStyle/>
        <a:p>
          <a:endParaRPr lang="en-IN"/>
        </a:p>
      </dgm:t>
    </dgm:pt>
    <dgm:pt modelId="{37B7B933-FD72-4440-BC00-75419657CF99}" type="sibTrans" cxnId="{A10C7806-A3DD-4E37-BB53-1B10A39127E0}">
      <dgm:prSet/>
      <dgm:spPr/>
      <dgm:t>
        <a:bodyPr/>
        <a:lstStyle/>
        <a:p>
          <a:endParaRPr lang="en-IN"/>
        </a:p>
      </dgm:t>
    </dgm:pt>
    <dgm:pt modelId="{F687190B-EC3A-4E5D-9719-7FC35AB365A2}">
      <dgm:prSet/>
      <dgm:spPr/>
      <dgm:t>
        <a:bodyPr/>
        <a:lstStyle/>
        <a:p>
          <a:r>
            <a:rPr lang="en-IN"/>
            <a:t>↓</a:t>
          </a:r>
        </a:p>
      </dgm:t>
    </dgm:pt>
    <dgm:pt modelId="{66111EB1-DEE5-4EEC-8658-1E630C903232}" type="parTrans" cxnId="{D33BFB2B-83C1-459F-A156-2631C5F9D3C3}">
      <dgm:prSet/>
      <dgm:spPr/>
      <dgm:t>
        <a:bodyPr/>
        <a:lstStyle/>
        <a:p>
          <a:endParaRPr lang="en-IN"/>
        </a:p>
      </dgm:t>
    </dgm:pt>
    <dgm:pt modelId="{5B223BB0-C18E-4449-A9DA-F319F32D49B8}" type="sibTrans" cxnId="{D33BFB2B-83C1-459F-A156-2631C5F9D3C3}">
      <dgm:prSet/>
      <dgm:spPr/>
      <dgm:t>
        <a:bodyPr/>
        <a:lstStyle/>
        <a:p>
          <a:endParaRPr lang="en-IN"/>
        </a:p>
      </dgm:t>
    </dgm:pt>
    <dgm:pt modelId="{8262AEEF-9005-429A-8E94-2061EF5AB142}">
      <dgm:prSet/>
      <dgm:spPr/>
      <dgm:t>
        <a:bodyPr/>
        <a:lstStyle/>
        <a:p>
          <a:r>
            <a:rPr lang="en-IN" dirty="0"/>
            <a:t>Post-SMOTE Model</a:t>
          </a:r>
          <a:br>
            <a:rPr lang="en-IN" dirty="0"/>
          </a:br>
          <a:r>
            <a:rPr lang="en-IN" dirty="0"/>
            <a:t>(RF | </a:t>
          </a:r>
          <a:r>
            <a:rPr lang="en-IN" dirty="0" err="1"/>
            <a:t>XGBoost</a:t>
          </a:r>
          <a:r>
            <a:rPr lang="en-IN" dirty="0"/>
            <a:t> | DNN)</a:t>
          </a:r>
        </a:p>
      </dgm:t>
    </dgm:pt>
    <dgm:pt modelId="{CAEF516C-0B65-4E81-A430-5E8D20639FC9}" type="parTrans" cxnId="{A89B20CD-1167-4788-83A8-C9C49A37E6E6}">
      <dgm:prSet/>
      <dgm:spPr/>
      <dgm:t>
        <a:bodyPr/>
        <a:lstStyle/>
        <a:p>
          <a:endParaRPr lang="en-IN"/>
        </a:p>
      </dgm:t>
    </dgm:pt>
    <dgm:pt modelId="{9B096CCE-24D0-454D-887E-66BED050D8D3}" type="sibTrans" cxnId="{A89B20CD-1167-4788-83A8-C9C49A37E6E6}">
      <dgm:prSet/>
      <dgm:spPr/>
      <dgm:t>
        <a:bodyPr/>
        <a:lstStyle/>
        <a:p>
          <a:endParaRPr lang="en-IN"/>
        </a:p>
      </dgm:t>
    </dgm:pt>
    <dgm:pt modelId="{548E8100-6FA4-49AA-B9F6-B2839DA88D5D}">
      <dgm:prSet/>
      <dgm:spPr/>
      <dgm:t>
        <a:bodyPr/>
        <a:lstStyle/>
        <a:p>
          <a:r>
            <a:rPr lang="en-IN"/>
            <a:t>↓</a:t>
          </a:r>
        </a:p>
      </dgm:t>
    </dgm:pt>
    <dgm:pt modelId="{49FD6347-D17F-4452-8D00-CF0606EE1A8A}" type="parTrans" cxnId="{1CADDFFE-4015-4EAB-BC41-1A6D85F1B08F}">
      <dgm:prSet/>
      <dgm:spPr/>
      <dgm:t>
        <a:bodyPr/>
        <a:lstStyle/>
        <a:p>
          <a:endParaRPr lang="en-IN"/>
        </a:p>
      </dgm:t>
    </dgm:pt>
    <dgm:pt modelId="{7BDF17EB-922F-4FC7-9C9B-3AFE4E1315D9}" type="sibTrans" cxnId="{1CADDFFE-4015-4EAB-BC41-1A6D85F1B08F}">
      <dgm:prSet/>
      <dgm:spPr/>
      <dgm:t>
        <a:bodyPr/>
        <a:lstStyle/>
        <a:p>
          <a:endParaRPr lang="en-IN"/>
        </a:p>
      </dgm:t>
    </dgm:pt>
    <dgm:pt modelId="{EB683C9D-36C2-4DD0-A0E0-A957A602463B}">
      <dgm:prSet/>
      <dgm:spPr/>
      <dgm:t>
        <a:bodyPr/>
        <a:lstStyle/>
        <a:p>
          <a:r>
            <a:rPr lang="en-IN"/>
            <a:t>Evaluation &amp; Comparison</a:t>
          </a:r>
        </a:p>
      </dgm:t>
    </dgm:pt>
    <dgm:pt modelId="{F8152811-D327-4C08-9D9C-1135B1480236}" type="parTrans" cxnId="{7CDF4B13-9163-458C-BE28-0B32E60D06A4}">
      <dgm:prSet/>
      <dgm:spPr/>
      <dgm:t>
        <a:bodyPr/>
        <a:lstStyle/>
        <a:p>
          <a:endParaRPr lang="en-IN"/>
        </a:p>
      </dgm:t>
    </dgm:pt>
    <dgm:pt modelId="{CCE72BBC-DA79-4E31-943F-5D7E45B98C73}" type="sibTrans" cxnId="{7CDF4B13-9163-458C-BE28-0B32E60D06A4}">
      <dgm:prSet/>
      <dgm:spPr/>
      <dgm:t>
        <a:bodyPr/>
        <a:lstStyle/>
        <a:p>
          <a:endParaRPr lang="en-IN"/>
        </a:p>
      </dgm:t>
    </dgm:pt>
    <dgm:pt modelId="{2F2796C0-B3B8-445E-AD6D-DEAE19FDFD37}">
      <dgm:prSet/>
      <dgm:spPr/>
      <dgm:t>
        <a:bodyPr/>
        <a:lstStyle/>
        <a:p>
          <a:r>
            <a:rPr lang="en-IN"/>
            <a:t>↓</a:t>
          </a:r>
        </a:p>
      </dgm:t>
    </dgm:pt>
    <dgm:pt modelId="{6453F5DE-5245-4D55-A0D1-E9A5B05B0F3A}" type="parTrans" cxnId="{6947CA68-7356-42D2-810A-48D696AB3A37}">
      <dgm:prSet/>
      <dgm:spPr/>
      <dgm:t>
        <a:bodyPr/>
        <a:lstStyle/>
        <a:p>
          <a:endParaRPr lang="en-IN"/>
        </a:p>
      </dgm:t>
    </dgm:pt>
    <dgm:pt modelId="{D7E4B95E-0C32-4AC8-8576-BAD825B94F2C}" type="sibTrans" cxnId="{6947CA68-7356-42D2-810A-48D696AB3A37}">
      <dgm:prSet/>
      <dgm:spPr/>
      <dgm:t>
        <a:bodyPr/>
        <a:lstStyle/>
        <a:p>
          <a:endParaRPr lang="en-IN"/>
        </a:p>
      </dgm:t>
    </dgm:pt>
    <dgm:pt modelId="{39C1725B-AE10-43EE-8B3D-FCA7E5A5DC77}">
      <dgm:prSet/>
      <dgm:spPr/>
      <dgm:t>
        <a:bodyPr/>
        <a:lstStyle/>
        <a:p>
          <a:r>
            <a:rPr lang="en-IN"/>
            <a:t>Best Model (XGBoost)</a:t>
          </a:r>
        </a:p>
      </dgm:t>
    </dgm:pt>
    <dgm:pt modelId="{DC4CB1F0-3F4B-4C9F-A077-B1931E78B626}" type="parTrans" cxnId="{D750482D-0573-4166-AAF9-15E4D1FA2AE5}">
      <dgm:prSet/>
      <dgm:spPr/>
      <dgm:t>
        <a:bodyPr/>
        <a:lstStyle/>
        <a:p>
          <a:endParaRPr lang="en-IN"/>
        </a:p>
      </dgm:t>
    </dgm:pt>
    <dgm:pt modelId="{2CAC4115-E89D-434F-96B9-3370B4C0A991}" type="sibTrans" cxnId="{D750482D-0573-4166-AAF9-15E4D1FA2AE5}">
      <dgm:prSet/>
      <dgm:spPr/>
      <dgm:t>
        <a:bodyPr/>
        <a:lstStyle/>
        <a:p>
          <a:endParaRPr lang="en-IN"/>
        </a:p>
      </dgm:t>
    </dgm:pt>
    <dgm:pt modelId="{23879739-D293-4A34-82D2-9F4939F595F5}">
      <dgm:prSet/>
      <dgm:spPr/>
      <dgm:t>
        <a:bodyPr/>
        <a:lstStyle/>
        <a:p>
          <a:r>
            <a:rPr lang="en-IN" dirty="0"/>
            <a:t>↓</a:t>
          </a:r>
        </a:p>
      </dgm:t>
    </dgm:pt>
    <dgm:pt modelId="{8950C2EC-E2F9-40B4-A93F-388F5C1B4B7B}" type="parTrans" cxnId="{E54E3B52-2032-45CE-94D6-9C7DD5D43FED}">
      <dgm:prSet/>
      <dgm:spPr/>
      <dgm:t>
        <a:bodyPr/>
        <a:lstStyle/>
        <a:p>
          <a:endParaRPr lang="en-IN"/>
        </a:p>
      </dgm:t>
    </dgm:pt>
    <dgm:pt modelId="{2DB11BCF-1740-4F8A-B607-2F90E7B3B36F}" type="sibTrans" cxnId="{E54E3B52-2032-45CE-94D6-9C7DD5D43FED}">
      <dgm:prSet/>
      <dgm:spPr/>
      <dgm:t>
        <a:bodyPr/>
        <a:lstStyle/>
        <a:p>
          <a:endParaRPr lang="en-IN"/>
        </a:p>
      </dgm:t>
    </dgm:pt>
    <dgm:pt modelId="{CAE5685E-5437-45B0-B504-F39036D1D8DB}">
      <dgm:prSet/>
      <dgm:spPr/>
      <dgm:t>
        <a:bodyPr/>
        <a:lstStyle/>
        <a:p>
          <a:r>
            <a:rPr lang="en-IN" dirty="0" err="1"/>
            <a:t>Streamlit</a:t>
          </a:r>
          <a:r>
            <a:rPr lang="en-IN" dirty="0"/>
            <a:t> Deployment</a:t>
          </a:r>
        </a:p>
      </dgm:t>
    </dgm:pt>
    <dgm:pt modelId="{6E0BB3D5-A7FB-4907-9119-50BF8F9C8382}" type="parTrans" cxnId="{98FDD0B3-BB93-466B-92E6-56B5BCA5C7A3}">
      <dgm:prSet/>
      <dgm:spPr/>
      <dgm:t>
        <a:bodyPr/>
        <a:lstStyle/>
        <a:p>
          <a:endParaRPr lang="en-IN"/>
        </a:p>
      </dgm:t>
    </dgm:pt>
    <dgm:pt modelId="{878AAC24-CD9A-4EF5-ABE5-3FEADB39AE7B}" type="sibTrans" cxnId="{98FDD0B3-BB93-466B-92E6-56B5BCA5C7A3}">
      <dgm:prSet/>
      <dgm:spPr/>
      <dgm:t>
        <a:bodyPr/>
        <a:lstStyle/>
        <a:p>
          <a:endParaRPr lang="en-IN"/>
        </a:p>
      </dgm:t>
    </dgm:pt>
    <dgm:pt modelId="{1894F1FA-AC63-4FFC-9D13-EFC752937302}">
      <dgm:prSet/>
      <dgm:spPr/>
      <dgm:t>
        <a:bodyPr/>
        <a:lstStyle/>
        <a:p>
          <a:r>
            <a:rPr lang="en-IN" dirty="0"/>
            <a:t>↓</a:t>
          </a:r>
        </a:p>
      </dgm:t>
    </dgm:pt>
    <dgm:pt modelId="{E3097675-982A-40F6-A798-F4B0F752175F}" type="parTrans" cxnId="{8F004011-C767-495B-AE45-682A392F0855}">
      <dgm:prSet/>
      <dgm:spPr/>
      <dgm:t>
        <a:bodyPr/>
        <a:lstStyle/>
        <a:p>
          <a:endParaRPr lang="en-IN"/>
        </a:p>
      </dgm:t>
    </dgm:pt>
    <dgm:pt modelId="{EECC0D78-03EE-4906-9DC0-C0A7F41974C0}" type="sibTrans" cxnId="{8F004011-C767-495B-AE45-682A392F0855}">
      <dgm:prSet/>
      <dgm:spPr/>
      <dgm:t>
        <a:bodyPr/>
        <a:lstStyle/>
        <a:p>
          <a:endParaRPr lang="en-IN"/>
        </a:p>
      </dgm:t>
    </dgm:pt>
    <dgm:pt modelId="{8FF2652D-611E-4778-8349-551F4A4A7D10}">
      <dgm:prSet/>
      <dgm:spPr/>
      <dgm:t>
        <a:bodyPr/>
        <a:lstStyle/>
        <a:p>
          <a:r>
            <a:rPr lang="en-IN"/>
            <a:t>↓</a:t>
          </a:r>
        </a:p>
      </dgm:t>
    </dgm:pt>
    <dgm:pt modelId="{377CDAD7-32BE-40BA-9B6F-07349648AEA0}" type="parTrans" cxnId="{5A4B0C67-CB37-495B-9CED-FCF25694A84B}">
      <dgm:prSet/>
      <dgm:spPr/>
      <dgm:t>
        <a:bodyPr/>
        <a:lstStyle/>
        <a:p>
          <a:endParaRPr lang="en-IN"/>
        </a:p>
      </dgm:t>
    </dgm:pt>
    <dgm:pt modelId="{727FC19B-67CC-4B40-8275-B51387AD03B7}" type="sibTrans" cxnId="{5A4B0C67-CB37-495B-9CED-FCF25694A84B}">
      <dgm:prSet/>
      <dgm:spPr/>
      <dgm:t>
        <a:bodyPr/>
        <a:lstStyle/>
        <a:p>
          <a:endParaRPr lang="en-IN"/>
        </a:p>
      </dgm:t>
    </dgm:pt>
    <dgm:pt modelId="{C5CB408F-DC7B-43F5-B400-E7D4E11F2F05}" type="pres">
      <dgm:prSet presAssocID="{C2242301-B06E-4E3F-8F8F-B18B43E2FAEA}" presName="Name0" presStyleCnt="0">
        <dgm:presLayoutVars>
          <dgm:dir/>
          <dgm:animLvl val="lvl"/>
          <dgm:resizeHandles val="exact"/>
        </dgm:presLayoutVars>
      </dgm:prSet>
      <dgm:spPr/>
    </dgm:pt>
    <dgm:pt modelId="{0496B642-3684-46A4-AD11-EC7AC34E1275}" type="pres">
      <dgm:prSet presAssocID="{D9C2452C-7308-4989-93D8-70394D8F87FF}" presName="linNode" presStyleCnt="0"/>
      <dgm:spPr/>
    </dgm:pt>
    <dgm:pt modelId="{8E10CDB9-B132-4A15-94B3-96542DAD96D3}" type="pres">
      <dgm:prSet presAssocID="{D9C2452C-7308-4989-93D8-70394D8F87FF}" presName="parentText" presStyleLbl="node1" presStyleIdx="0" presStyleCnt="17">
        <dgm:presLayoutVars>
          <dgm:chMax val="1"/>
          <dgm:bulletEnabled val="1"/>
        </dgm:presLayoutVars>
      </dgm:prSet>
      <dgm:spPr/>
    </dgm:pt>
    <dgm:pt modelId="{EC41DBD8-865F-4858-9ADC-9D20B75DA26B}" type="pres">
      <dgm:prSet presAssocID="{F9FC8272-1296-480C-B6B0-77BEE4514E27}" presName="sp" presStyleCnt="0"/>
      <dgm:spPr/>
    </dgm:pt>
    <dgm:pt modelId="{CA88B4BB-1B1B-45C3-A53A-9A7E3BC770A3}" type="pres">
      <dgm:prSet presAssocID="{1894F1FA-AC63-4FFC-9D13-EFC752937302}" presName="linNode" presStyleCnt="0"/>
      <dgm:spPr/>
    </dgm:pt>
    <dgm:pt modelId="{41D25C8B-F417-4556-8025-DD32280B23FE}" type="pres">
      <dgm:prSet presAssocID="{1894F1FA-AC63-4FFC-9D13-EFC752937302}" presName="parentText" presStyleLbl="node1" presStyleIdx="1" presStyleCnt="17">
        <dgm:presLayoutVars>
          <dgm:chMax val="1"/>
          <dgm:bulletEnabled val="1"/>
        </dgm:presLayoutVars>
      </dgm:prSet>
      <dgm:spPr/>
    </dgm:pt>
    <dgm:pt modelId="{ADE6BD6E-44E4-47A4-AD14-F8AD37E7840D}" type="pres">
      <dgm:prSet presAssocID="{EECC0D78-03EE-4906-9DC0-C0A7F41974C0}" presName="sp" presStyleCnt="0"/>
      <dgm:spPr/>
    </dgm:pt>
    <dgm:pt modelId="{0A66AC19-5A62-4BC1-AC81-623A76B2E0C7}" type="pres">
      <dgm:prSet presAssocID="{43231269-1F4E-4A4E-AA0F-15AC81C1881E}" presName="linNode" presStyleCnt="0"/>
      <dgm:spPr/>
    </dgm:pt>
    <dgm:pt modelId="{83BEFC05-A34D-4FA3-AB74-386B832F2ABF}" type="pres">
      <dgm:prSet presAssocID="{43231269-1F4E-4A4E-AA0F-15AC81C1881E}" presName="parentText" presStyleLbl="node1" presStyleIdx="2" presStyleCnt="17">
        <dgm:presLayoutVars>
          <dgm:chMax val="1"/>
          <dgm:bulletEnabled val="1"/>
        </dgm:presLayoutVars>
      </dgm:prSet>
      <dgm:spPr/>
    </dgm:pt>
    <dgm:pt modelId="{835AB10C-AC04-43B6-A3B6-CA2D4812992E}" type="pres">
      <dgm:prSet presAssocID="{E70A7C92-A69F-4614-9B43-D95591262842}" presName="sp" presStyleCnt="0"/>
      <dgm:spPr/>
    </dgm:pt>
    <dgm:pt modelId="{59BEC386-A1B9-48A2-98CD-3036912B3886}" type="pres">
      <dgm:prSet presAssocID="{295FA9CB-B38C-49B4-B54F-D239AC113BE6}" presName="linNode" presStyleCnt="0"/>
      <dgm:spPr/>
    </dgm:pt>
    <dgm:pt modelId="{01F7B601-43DB-4945-B690-527CEAD9927D}" type="pres">
      <dgm:prSet presAssocID="{295FA9CB-B38C-49B4-B54F-D239AC113BE6}" presName="parentText" presStyleLbl="node1" presStyleIdx="3" presStyleCnt="17">
        <dgm:presLayoutVars>
          <dgm:chMax val="1"/>
          <dgm:bulletEnabled val="1"/>
        </dgm:presLayoutVars>
      </dgm:prSet>
      <dgm:spPr/>
    </dgm:pt>
    <dgm:pt modelId="{798A82EB-541C-4814-9C36-CF55DE8F1B8A}" type="pres">
      <dgm:prSet presAssocID="{EA1AA0B7-71E2-4950-BDD4-AA4D3B859712}" presName="sp" presStyleCnt="0"/>
      <dgm:spPr/>
    </dgm:pt>
    <dgm:pt modelId="{3E6B375E-14BE-4FA7-B9F2-1242CE15593D}" type="pres">
      <dgm:prSet presAssocID="{32BE1BFC-9C22-4B04-AB08-920B469B990D}" presName="linNode" presStyleCnt="0"/>
      <dgm:spPr/>
    </dgm:pt>
    <dgm:pt modelId="{1C51A48E-95EA-4AD4-BBA1-D8EF5BBDCDDE}" type="pres">
      <dgm:prSet presAssocID="{32BE1BFC-9C22-4B04-AB08-920B469B990D}" presName="parentText" presStyleLbl="node1" presStyleIdx="4" presStyleCnt="17">
        <dgm:presLayoutVars>
          <dgm:chMax val="1"/>
          <dgm:bulletEnabled val="1"/>
        </dgm:presLayoutVars>
      </dgm:prSet>
      <dgm:spPr/>
    </dgm:pt>
    <dgm:pt modelId="{D7CA803F-F65F-4AFA-A61A-D5D3CFB65C71}" type="pres">
      <dgm:prSet presAssocID="{BB76DBE6-32AF-4379-8707-6B2DA933CCB1}" presName="sp" presStyleCnt="0"/>
      <dgm:spPr/>
    </dgm:pt>
    <dgm:pt modelId="{8AAA2E14-887F-4D5F-B704-53E0BAE85EE9}" type="pres">
      <dgm:prSet presAssocID="{8FF2652D-611E-4778-8349-551F4A4A7D10}" presName="linNode" presStyleCnt="0"/>
      <dgm:spPr/>
    </dgm:pt>
    <dgm:pt modelId="{BE304D65-57CF-46A6-8E6C-7A838FD15AE8}" type="pres">
      <dgm:prSet presAssocID="{8FF2652D-611E-4778-8349-551F4A4A7D10}" presName="parentText" presStyleLbl="node1" presStyleIdx="5" presStyleCnt="17">
        <dgm:presLayoutVars>
          <dgm:chMax val="1"/>
          <dgm:bulletEnabled val="1"/>
        </dgm:presLayoutVars>
      </dgm:prSet>
      <dgm:spPr/>
    </dgm:pt>
    <dgm:pt modelId="{C0D3D73E-58E3-41B6-B173-2FA9A8869CD7}" type="pres">
      <dgm:prSet presAssocID="{727FC19B-67CC-4B40-8275-B51387AD03B7}" presName="sp" presStyleCnt="0"/>
      <dgm:spPr/>
    </dgm:pt>
    <dgm:pt modelId="{4D9FAEDB-4D06-488F-BE96-9701B9C989F5}" type="pres">
      <dgm:prSet presAssocID="{882B6BBC-2387-49B3-BA12-D508A72A4B07}" presName="linNode" presStyleCnt="0"/>
      <dgm:spPr/>
    </dgm:pt>
    <dgm:pt modelId="{E1C5F822-330C-4018-8757-21E72DB81A22}" type="pres">
      <dgm:prSet presAssocID="{882B6BBC-2387-49B3-BA12-D508A72A4B07}" presName="parentText" presStyleLbl="node1" presStyleIdx="6" presStyleCnt="17">
        <dgm:presLayoutVars>
          <dgm:chMax val="1"/>
          <dgm:bulletEnabled val="1"/>
        </dgm:presLayoutVars>
      </dgm:prSet>
      <dgm:spPr/>
    </dgm:pt>
    <dgm:pt modelId="{77FDF211-594E-490F-95FE-ADE45CAA3F74}" type="pres">
      <dgm:prSet presAssocID="{DEF96D99-284A-4D91-97D3-6E0C6CAC6358}" presName="sp" presStyleCnt="0"/>
      <dgm:spPr/>
    </dgm:pt>
    <dgm:pt modelId="{562E454D-DCF3-4BA6-ACE6-91E83BD4177E}" type="pres">
      <dgm:prSet presAssocID="{E54D76E2-8757-426A-9F45-EE0EEF046222}" presName="linNode" presStyleCnt="0"/>
      <dgm:spPr/>
    </dgm:pt>
    <dgm:pt modelId="{591BB6DF-23E6-45B2-8FF3-EF1AD7AF99E9}" type="pres">
      <dgm:prSet presAssocID="{E54D76E2-8757-426A-9F45-EE0EEF046222}" presName="parentText" presStyleLbl="node1" presStyleIdx="7" presStyleCnt="17">
        <dgm:presLayoutVars>
          <dgm:chMax val="1"/>
          <dgm:bulletEnabled val="1"/>
        </dgm:presLayoutVars>
      </dgm:prSet>
      <dgm:spPr/>
    </dgm:pt>
    <dgm:pt modelId="{732D7662-5867-433E-8F4B-E0C57E0ADD24}" type="pres">
      <dgm:prSet presAssocID="{E81173E7-44C9-4BB6-8C7C-B5C0B1037200}" presName="sp" presStyleCnt="0"/>
      <dgm:spPr/>
    </dgm:pt>
    <dgm:pt modelId="{A57D2CF3-A269-4E4D-9159-A31633BE20EF}" type="pres">
      <dgm:prSet presAssocID="{AFAD96E1-2613-4656-82BD-158A455BA83D}" presName="linNode" presStyleCnt="0"/>
      <dgm:spPr/>
    </dgm:pt>
    <dgm:pt modelId="{F0FE0518-9CA2-4C58-B0C8-E5283BAED923}" type="pres">
      <dgm:prSet presAssocID="{AFAD96E1-2613-4656-82BD-158A455BA83D}" presName="parentText" presStyleLbl="node1" presStyleIdx="8" presStyleCnt="17">
        <dgm:presLayoutVars>
          <dgm:chMax val="1"/>
          <dgm:bulletEnabled val="1"/>
        </dgm:presLayoutVars>
      </dgm:prSet>
      <dgm:spPr/>
    </dgm:pt>
    <dgm:pt modelId="{A08935E5-83E3-4EBA-A254-507DBA783FFD}" type="pres">
      <dgm:prSet presAssocID="{37B7B933-FD72-4440-BC00-75419657CF99}" presName="sp" presStyleCnt="0"/>
      <dgm:spPr/>
    </dgm:pt>
    <dgm:pt modelId="{C2B87693-1FD2-4A51-ACC4-0FC211DFF0F3}" type="pres">
      <dgm:prSet presAssocID="{F687190B-EC3A-4E5D-9719-7FC35AB365A2}" presName="linNode" presStyleCnt="0"/>
      <dgm:spPr/>
    </dgm:pt>
    <dgm:pt modelId="{6630908C-C4C6-4137-B7B9-A00BCECE6A3F}" type="pres">
      <dgm:prSet presAssocID="{F687190B-EC3A-4E5D-9719-7FC35AB365A2}" presName="parentText" presStyleLbl="node1" presStyleIdx="9" presStyleCnt="17">
        <dgm:presLayoutVars>
          <dgm:chMax val="1"/>
          <dgm:bulletEnabled val="1"/>
        </dgm:presLayoutVars>
      </dgm:prSet>
      <dgm:spPr/>
    </dgm:pt>
    <dgm:pt modelId="{8AF05B04-674F-4B12-9DBD-9A9346278971}" type="pres">
      <dgm:prSet presAssocID="{5B223BB0-C18E-4449-A9DA-F319F32D49B8}" presName="sp" presStyleCnt="0"/>
      <dgm:spPr/>
    </dgm:pt>
    <dgm:pt modelId="{1E1CA7B9-C3C1-4277-9ECC-112788A0AEF2}" type="pres">
      <dgm:prSet presAssocID="{8262AEEF-9005-429A-8E94-2061EF5AB142}" presName="linNode" presStyleCnt="0"/>
      <dgm:spPr/>
    </dgm:pt>
    <dgm:pt modelId="{61A94DD0-FF0E-4B52-956C-285C098C03E2}" type="pres">
      <dgm:prSet presAssocID="{8262AEEF-9005-429A-8E94-2061EF5AB142}" presName="parentText" presStyleLbl="node1" presStyleIdx="10" presStyleCnt="17">
        <dgm:presLayoutVars>
          <dgm:chMax val="1"/>
          <dgm:bulletEnabled val="1"/>
        </dgm:presLayoutVars>
      </dgm:prSet>
      <dgm:spPr/>
    </dgm:pt>
    <dgm:pt modelId="{E2FDE6CC-829B-4351-B99C-5F86CC312203}" type="pres">
      <dgm:prSet presAssocID="{9B096CCE-24D0-454D-887E-66BED050D8D3}" presName="sp" presStyleCnt="0"/>
      <dgm:spPr/>
    </dgm:pt>
    <dgm:pt modelId="{B3ED84A3-FBF6-4981-A270-CFB9D9B4B632}" type="pres">
      <dgm:prSet presAssocID="{548E8100-6FA4-49AA-B9F6-B2839DA88D5D}" presName="linNode" presStyleCnt="0"/>
      <dgm:spPr/>
    </dgm:pt>
    <dgm:pt modelId="{78FB47D7-0967-42E6-9EC7-06E9D6D95F88}" type="pres">
      <dgm:prSet presAssocID="{548E8100-6FA4-49AA-B9F6-B2839DA88D5D}" presName="parentText" presStyleLbl="node1" presStyleIdx="11" presStyleCnt="17">
        <dgm:presLayoutVars>
          <dgm:chMax val="1"/>
          <dgm:bulletEnabled val="1"/>
        </dgm:presLayoutVars>
      </dgm:prSet>
      <dgm:spPr/>
    </dgm:pt>
    <dgm:pt modelId="{9602F3FF-0E61-4602-8737-A0B87E10C0E1}" type="pres">
      <dgm:prSet presAssocID="{7BDF17EB-922F-4FC7-9C9B-3AFE4E1315D9}" presName="sp" presStyleCnt="0"/>
      <dgm:spPr/>
    </dgm:pt>
    <dgm:pt modelId="{A0BFDE1A-BA75-4463-A51A-B56A264F7D56}" type="pres">
      <dgm:prSet presAssocID="{EB683C9D-36C2-4DD0-A0E0-A957A602463B}" presName="linNode" presStyleCnt="0"/>
      <dgm:spPr/>
    </dgm:pt>
    <dgm:pt modelId="{E19E03C8-B27C-4CBE-AD0C-56DEB2597E44}" type="pres">
      <dgm:prSet presAssocID="{EB683C9D-36C2-4DD0-A0E0-A957A602463B}" presName="parentText" presStyleLbl="node1" presStyleIdx="12" presStyleCnt="17">
        <dgm:presLayoutVars>
          <dgm:chMax val="1"/>
          <dgm:bulletEnabled val="1"/>
        </dgm:presLayoutVars>
      </dgm:prSet>
      <dgm:spPr/>
    </dgm:pt>
    <dgm:pt modelId="{EE49AF62-BD7A-49D3-B875-263C2A997DFB}" type="pres">
      <dgm:prSet presAssocID="{CCE72BBC-DA79-4E31-943F-5D7E45B98C73}" presName="sp" presStyleCnt="0"/>
      <dgm:spPr/>
    </dgm:pt>
    <dgm:pt modelId="{4D02A26C-92D8-4538-81D9-303266626BC9}" type="pres">
      <dgm:prSet presAssocID="{2F2796C0-B3B8-445E-AD6D-DEAE19FDFD37}" presName="linNode" presStyleCnt="0"/>
      <dgm:spPr/>
    </dgm:pt>
    <dgm:pt modelId="{EAD3830B-5B9A-4143-834B-6B2AFA2EAEF5}" type="pres">
      <dgm:prSet presAssocID="{2F2796C0-B3B8-445E-AD6D-DEAE19FDFD37}" presName="parentText" presStyleLbl="node1" presStyleIdx="13" presStyleCnt="17">
        <dgm:presLayoutVars>
          <dgm:chMax val="1"/>
          <dgm:bulletEnabled val="1"/>
        </dgm:presLayoutVars>
      </dgm:prSet>
      <dgm:spPr/>
    </dgm:pt>
    <dgm:pt modelId="{96BE5F7B-2D96-4C84-9E14-41CC37167B53}" type="pres">
      <dgm:prSet presAssocID="{D7E4B95E-0C32-4AC8-8576-BAD825B94F2C}" presName="sp" presStyleCnt="0"/>
      <dgm:spPr/>
    </dgm:pt>
    <dgm:pt modelId="{8A543765-8345-4ED7-9C9D-5E7F14523E2F}" type="pres">
      <dgm:prSet presAssocID="{39C1725B-AE10-43EE-8B3D-FCA7E5A5DC77}" presName="linNode" presStyleCnt="0"/>
      <dgm:spPr/>
    </dgm:pt>
    <dgm:pt modelId="{D7DD0EE4-0E7E-4040-8F29-C9180F2575C9}" type="pres">
      <dgm:prSet presAssocID="{39C1725B-AE10-43EE-8B3D-FCA7E5A5DC77}" presName="parentText" presStyleLbl="node1" presStyleIdx="14" presStyleCnt="17">
        <dgm:presLayoutVars>
          <dgm:chMax val="1"/>
          <dgm:bulletEnabled val="1"/>
        </dgm:presLayoutVars>
      </dgm:prSet>
      <dgm:spPr/>
    </dgm:pt>
    <dgm:pt modelId="{67E55636-3386-439D-B16F-C052E018DE0D}" type="pres">
      <dgm:prSet presAssocID="{2CAC4115-E89D-434F-96B9-3370B4C0A991}" presName="sp" presStyleCnt="0"/>
      <dgm:spPr/>
    </dgm:pt>
    <dgm:pt modelId="{9514DB44-D368-400B-8816-C8B47C4167BC}" type="pres">
      <dgm:prSet presAssocID="{23879739-D293-4A34-82D2-9F4939F595F5}" presName="linNode" presStyleCnt="0"/>
      <dgm:spPr/>
    </dgm:pt>
    <dgm:pt modelId="{33A3A29A-B477-4F14-AAD6-0BF2DBE163DB}" type="pres">
      <dgm:prSet presAssocID="{23879739-D293-4A34-82D2-9F4939F595F5}" presName="parentText" presStyleLbl="node1" presStyleIdx="15" presStyleCnt="17">
        <dgm:presLayoutVars>
          <dgm:chMax val="1"/>
          <dgm:bulletEnabled val="1"/>
        </dgm:presLayoutVars>
      </dgm:prSet>
      <dgm:spPr/>
    </dgm:pt>
    <dgm:pt modelId="{4DD06475-0915-4392-8385-572C7550BBF7}" type="pres">
      <dgm:prSet presAssocID="{2DB11BCF-1740-4F8A-B607-2F90E7B3B36F}" presName="sp" presStyleCnt="0"/>
      <dgm:spPr/>
    </dgm:pt>
    <dgm:pt modelId="{A8ED6906-003E-4FDE-8A4E-A63A65501CD1}" type="pres">
      <dgm:prSet presAssocID="{CAE5685E-5437-45B0-B504-F39036D1D8DB}" presName="linNode" presStyleCnt="0"/>
      <dgm:spPr/>
    </dgm:pt>
    <dgm:pt modelId="{2E5A889B-0B4E-4F3A-9E8C-1FF57474E13F}" type="pres">
      <dgm:prSet presAssocID="{CAE5685E-5437-45B0-B504-F39036D1D8DB}" presName="parentText" presStyleLbl="node1" presStyleIdx="16" presStyleCnt="17">
        <dgm:presLayoutVars>
          <dgm:chMax val="1"/>
          <dgm:bulletEnabled val="1"/>
        </dgm:presLayoutVars>
      </dgm:prSet>
      <dgm:spPr/>
    </dgm:pt>
  </dgm:ptLst>
  <dgm:cxnLst>
    <dgm:cxn modelId="{A10C7806-A3DD-4E37-BB53-1B10A39127E0}" srcId="{C2242301-B06E-4E3F-8F8F-B18B43E2FAEA}" destId="{AFAD96E1-2613-4656-82BD-158A455BA83D}" srcOrd="8" destOrd="0" parTransId="{A5262A8A-B9D6-4E4E-ABC1-562EE0813120}" sibTransId="{37B7B933-FD72-4440-BC00-75419657CF99}"/>
    <dgm:cxn modelId="{1512880A-62F5-4630-A2EA-4AE9C4B45706}" srcId="{C2242301-B06E-4E3F-8F8F-B18B43E2FAEA}" destId="{295FA9CB-B38C-49B4-B54F-D239AC113BE6}" srcOrd="3" destOrd="0" parTransId="{16024E5A-615C-4720-8EC6-CD47F1502376}" sibTransId="{EA1AA0B7-71E2-4950-BDD4-AA4D3B859712}"/>
    <dgm:cxn modelId="{8F004011-C767-495B-AE45-682A392F0855}" srcId="{C2242301-B06E-4E3F-8F8F-B18B43E2FAEA}" destId="{1894F1FA-AC63-4FFC-9D13-EFC752937302}" srcOrd="1" destOrd="0" parTransId="{E3097675-982A-40F6-A798-F4B0F752175F}" sibTransId="{EECC0D78-03EE-4906-9DC0-C0A7F41974C0}"/>
    <dgm:cxn modelId="{6C15B011-5A85-4B62-BF44-1D756D8D37A2}" type="presOf" srcId="{D9C2452C-7308-4989-93D8-70394D8F87FF}" destId="{8E10CDB9-B132-4A15-94B3-96542DAD96D3}" srcOrd="0" destOrd="0" presId="urn:microsoft.com/office/officeart/2005/8/layout/vList5"/>
    <dgm:cxn modelId="{7CDF4B13-9163-458C-BE28-0B32E60D06A4}" srcId="{C2242301-B06E-4E3F-8F8F-B18B43E2FAEA}" destId="{EB683C9D-36C2-4DD0-A0E0-A957A602463B}" srcOrd="12" destOrd="0" parTransId="{F8152811-D327-4C08-9D9C-1135B1480236}" sibTransId="{CCE72BBC-DA79-4E31-943F-5D7E45B98C73}"/>
    <dgm:cxn modelId="{B861E114-8384-4AD7-A502-C26F8FF21C5C}" type="presOf" srcId="{295FA9CB-B38C-49B4-B54F-D239AC113BE6}" destId="{01F7B601-43DB-4945-B690-527CEAD9927D}" srcOrd="0" destOrd="0" presId="urn:microsoft.com/office/officeart/2005/8/layout/vList5"/>
    <dgm:cxn modelId="{126E801C-2CCB-42F5-9504-592CFCF0A955}" type="presOf" srcId="{EB683C9D-36C2-4DD0-A0E0-A957A602463B}" destId="{E19E03C8-B27C-4CBE-AD0C-56DEB2597E44}" srcOrd="0" destOrd="0" presId="urn:microsoft.com/office/officeart/2005/8/layout/vList5"/>
    <dgm:cxn modelId="{160EAC1C-C623-4341-9C5F-86E80C662883}" type="presOf" srcId="{F687190B-EC3A-4E5D-9719-7FC35AB365A2}" destId="{6630908C-C4C6-4137-B7B9-A00BCECE6A3F}" srcOrd="0" destOrd="0" presId="urn:microsoft.com/office/officeart/2005/8/layout/vList5"/>
    <dgm:cxn modelId="{D33BFB2B-83C1-459F-A156-2631C5F9D3C3}" srcId="{C2242301-B06E-4E3F-8F8F-B18B43E2FAEA}" destId="{F687190B-EC3A-4E5D-9719-7FC35AB365A2}" srcOrd="9" destOrd="0" parTransId="{66111EB1-DEE5-4EEC-8658-1E630C903232}" sibTransId="{5B223BB0-C18E-4449-A9DA-F319F32D49B8}"/>
    <dgm:cxn modelId="{D750482D-0573-4166-AAF9-15E4D1FA2AE5}" srcId="{C2242301-B06E-4E3F-8F8F-B18B43E2FAEA}" destId="{39C1725B-AE10-43EE-8B3D-FCA7E5A5DC77}" srcOrd="14" destOrd="0" parTransId="{DC4CB1F0-3F4B-4C9F-A077-B1931E78B626}" sibTransId="{2CAC4115-E89D-434F-96B9-3370B4C0A991}"/>
    <dgm:cxn modelId="{02CE6F63-3933-4AEB-83ED-E19A83813943}" type="presOf" srcId="{32BE1BFC-9C22-4B04-AB08-920B469B990D}" destId="{1C51A48E-95EA-4AD4-BBA1-D8EF5BBDCDDE}" srcOrd="0" destOrd="0" presId="urn:microsoft.com/office/officeart/2005/8/layout/vList5"/>
    <dgm:cxn modelId="{31AB5B64-6357-4C63-9421-43DF344B14AC}" type="presOf" srcId="{43231269-1F4E-4A4E-AA0F-15AC81C1881E}" destId="{83BEFC05-A34D-4FA3-AB74-386B832F2ABF}" srcOrd="0" destOrd="0" presId="urn:microsoft.com/office/officeart/2005/8/layout/vList5"/>
    <dgm:cxn modelId="{5A4B0C67-CB37-495B-9CED-FCF25694A84B}" srcId="{C2242301-B06E-4E3F-8F8F-B18B43E2FAEA}" destId="{8FF2652D-611E-4778-8349-551F4A4A7D10}" srcOrd="5" destOrd="0" parTransId="{377CDAD7-32BE-40BA-9B6F-07349648AEA0}" sibTransId="{727FC19B-67CC-4B40-8275-B51387AD03B7}"/>
    <dgm:cxn modelId="{6947CA68-7356-42D2-810A-48D696AB3A37}" srcId="{C2242301-B06E-4E3F-8F8F-B18B43E2FAEA}" destId="{2F2796C0-B3B8-445E-AD6D-DEAE19FDFD37}" srcOrd="13" destOrd="0" parTransId="{6453F5DE-5245-4D55-A0D1-E9A5B05B0F3A}" sibTransId="{D7E4B95E-0C32-4AC8-8576-BAD825B94F2C}"/>
    <dgm:cxn modelId="{DFA8EB49-5995-46D5-8758-C99E39296ADF}" srcId="{C2242301-B06E-4E3F-8F8F-B18B43E2FAEA}" destId="{43231269-1F4E-4A4E-AA0F-15AC81C1881E}" srcOrd="2" destOrd="0" parTransId="{547C894B-3161-4733-8906-53B9EAA63DDB}" sibTransId="{E70A7C92-A69F-4614-9B43-D95591262842}"/>
    <dgm:cxn modelId="{9005C36F-131C-43CE-BF26-103A55549531}" type="presOf" srcId="{1894F1FA-AC63-4FFC-9D13-EFC752937302}" destId="{41D25C8B-F417-4556-8025-DD32280B23FE}" srcOrd="0" destOrd="0" presId="urn:microsoft.com/office/officeart/2005/8/layout/vList5"/>
    <dgm:cxn modelId="{E54E3B52-2032-45CE-94D6-9C7DD5D43FED}" srcId="{C2242301-B06E-4E3F-8F8F-B18B43E2FAEA}" destId="{23879739-D293-4A34-82D2-9F4939F595F5}" srcOrd="15" destOrd="0" parTransId="{8950C2EC-E2F9-40B4-A93F-388F5C1B4B7B}" sibTransId="{2DB11BCF-1740-4F8A-B607-2F90E7B3B36F}"/>
    <dgm:cxn modelId="{935B9F78-60C1-45E5-9C48-8A15D996AA6E}" type="presOf" srcId="{E54D76E2-8757-426A-9F45-EE0EEF046222}" destId="{591BB6DF-23E6-45B2-8FF3-EF1AD7AF99E9}" srcOrd="0" destOrd="0" presId="urn:microsoft.com/office/officeart/2005/8/layout/vList5"/>
    <dgm:cxn modelId="{ECEEC08F-A919-4C61-93F5-04269F04717F}" srcId="{C2242301-B06E-4E3F-8F8F-B18B43E2FAEA}" destId="{E54D76E2-8757-426A-9F45-EE0EEF046222}" srcOrd="7" destOrd="0" parTransId="{7567D281-578D-47A4-BAB6-EE4120FA49E5}" sibTransId="{E81173E7-44C9-4BB6-8C7C-B5C0B1037200}"/>
    <dgm:cxn modelId="{A8E08A97-B2E6-4E44-9DFE-C156F5FBDA4C}" type="presOf" srcId="{2F2796C0-B3B8-445E-AD6D-DEAE19FDFD37}" destId="{EAD3830B-5B9A-4143-834B-6B2AFA2EAEF5}" srcOrd="0" destOrd="0" presId="urn:microsoft.com/office/officeart/2005/8/layout/vList5"/>
    <dgm:cxn modelId="{6761DB98-BE97-4EC5-B45E-0227CEAFB898}" type="presOf" srcId="{8FF2652D-611E-4778-8349-551F4A4A7D10}" destId="{BE304D65-57CF-46A6-8E6C-7A838FD15AE8}" srcOrd="0" destOrd="0" presId="urn:microsoft.com/office/officeart/2005/8/layout/vList5"/>
    <dgm:cxn modelId="{AE0D4799-4A57-4AE4-B142-4C805E4755B2}" type="presOf" srcId="{23879739-D293-4A34-82D2-9F4939F595F5}" destId="{33A3A29A-B477-4F14-AAD6-0BF2DBE163DB}" srcOrd="0" destOrd="0" presId="urn:microsoft.com/office/officeart/2005/8/layout/vList5"/>
    <dgm:cxn modelId="{C568D79D-2516-45D4-AA79-CDF5AD315E99}" srcId="{C2242301-B06E-4E3F-8F8F-B18B43E2FAEA}" destId="{D9C2452C-7308-4989-93D8-70394D8F87FF}" srcOrd="0" destOrd="0" parTransId="{79FD96BE-474E-4B21-946F-9EAE151A2A6D}" sibTransId="{F9FC8272-1296-480C-B6B0-77BEE4514E27}"/>
    <dgm:cxn modelId="{778581A2-46CF-4502-90BF-2465708F969C}" type="presOf" srcId="{39C1725B-AE10-43EE-8B3D-FCA7E5A5DC77}" destId="{D7DD0EE4-0E7E-4040-8F29-C9180F2575C9}" srcOrd="0" destOrd="0" presId="urn:microsoft.com/office/officeart/2005/8/layout/vList5"/>
    <dgm:cxn modelId="{CC2D88A8-895B-4F9F-A0BF-176926228B16}" srcId="{C2242301-B06E-4E3F-8F8F-B18B43E2FAEA}" destId="{32BE1BFC-9C22-4B04-AB08-920B469B990D}" srcOrd="4" destOrd="0" parTransId="{EF00885D-5CD3-45DF-A36A-93BC3E01C6E7}" sibTransId="{BB76DBE6-32AF-4379-8707-6B2DA933CCB1}"/>
    <dgm:cxn modelId="{98FDD0B3-BB93-466B-92E6-56B5BCA5C7A3}" srcId="{C2242301-B06E-4E3F-8F8F-B18B43E2FAEA}" destId="{CAE5685E-5437-45B0-B504-F39036D1D8DB}" srcOrd="16" destOrd="0" parTransId="{6E0BB3D5-A7FB-4907-9119-50BF8F9C8382}" sibTransId="{878AAC24-CD9A-4EF5-ABE5-3FEADB39AE7B}"/>
    <dgm:cxn modelId="{B5C346B9-83FC-4694-8FDD-63991B8A1013}" type="presOf" srcId="{C2242301-B06E-4E3F-8F8F-B18B43E2FAEA}" destId="{C5CB408F-DC7B-43F5-B400-E7D4E11F2F05}" srcOrd="0" destOrd="0" presId="urn:microsoft.com/office/officeart/2005/8/layout/vList5"/>
    <dgm:cxn modelId="{A89B20CD-1167-4788-83A8-C9C49A37E6E6}" srcId="{C2242301-B06E-4E3F-8F8F-B18B43E2FAEA}" destId="{8262AEEF-9005-429A-8E94-2061EF5AB142}" srcOrd="10" destOrd="0" parTransId="{CAEF516C-0B65-4E81-A430-5E8D20639FC9}" sibTransId="{9B096CCE-24D0-454D-887E-66BED050D8D3}"/>
    <dgm:cxn modelId="{7B45FED7-3FA7-461E-B656-251CBDEE7040}" srcId="{C2242301-B06E-4E3F-8F8F-B18B43E2FAEA}" destId="{882B6BBC-2387-49B3-BA12-D508A72A4B07}" srcOrd="6" destOrd="0" parTransId="{DF9AA5C0-55E4-48FE-973C-C8802E46EF8A}" sibTransId="{DEF96D99-284A-4D91-97D3-6E0C6CAC6358}"/>
    <dgm:cxn modelId="{C2D02BE1-13E8-4D4B-99FD-89788446D2FF}" type="presOf" srcId="{CAE5685E-5437-45B0-B504-F39036D1D8DB}" destId="{2E5A889B-0B4E-4F3A-9E8C-1FF57474E13F}" srcOrd="0" destOrd="0" presId="urn:microsoft.com/office/officeart/2005/8/layout/vList5"/>
    <dgm:cxn modelId="{6D6189E7-46FA-48DD-B28F-8DD1D141317B}" type="presOf" srcId="{8262AEEF-9005-429A-8E94-2061EF5AB142}" destId="{61A94DD0-FF0E-4B52-956C-285C098C03E2}" srcOrd="0" destOrd="0" presId="urn:microsoft.com/office/officeart/2005/8/layout/vList5"/>
    <dgm:cxn modelId="{744229EF-F45B-4AA8-AC0A-CCD6211D0B6D}" type="presOf" srcId="{882B6BBC-2387-49B3-BA12-D508A72A4B07}" destId="{E1C5F822-330C-4018-8757-21E72DB81A22}" srcOrd="0" destOrd="0" presId="urn:microsoft.com/office/officeart/2005/8/layout/vList5"/>
    <dgm:cxn modelId="{87BB03FC-27F6-4BF7-A996-BA6F274AF058}" type="presOf" srcId="{AFAD96E1-2613-4656-82BD-158A455BA83D}" destId="{F0FE0518-9CA2-4C58-B0C8-E5283BAED923}" srcOrd="0" destOrd="0" presId="urn:microsoft.com/office/officeart/2005/8/layout/vList5"/>
    <dgm:cxn modelId="{1CADDFFE-4015-4EAB-BC41-1A6D85F1B08F}" srcId="{C2242301-B06E-4E3F-8F8F-B18B43E2FAEA}" destId="{548E8100-6FA4-49AA-B9F6-B2839DA88D5D}" srcOrd="11" destOrd="0" parTransId="{49FD6347-D17F-4452-8D00-CF0606EE1A8A}" sibTransId="{7BDF17EB-922F-4FC7-9C9B-3AFE4E1315D9}"/>
    <dgm:cxn modelId="{4C1D7BFF-E7F1-440B-A020-F8421A23D6E2}" type="presOf" srcId="{548E8100-6FA4-49AA-B9F6-B2839DA88D5D}" destId="{78FB47D7-0967-42E6-9EC7-06E9D6D95F88}" srcOrd="0" destOrd="0" presId="urn:microsoft.com/office/officeart/2005/8/layout/vList5"/>
    <dgm:cxn modelId="{8C6D7697-53C9-475A-9050-9BFE1F655030}" type="presParOf" srcId="{C5CB408F-DC7B-43F5-B400-E7D4E11F2F05}" destId="{0496B642-3684-46A4-AD11-EC7AC34E1275}" srcOrd="0" destOrd="0" presId="urn:microsoft.com/office/officeart/2005/8/layout/vList5"/>
    <dgm:cxn modelId="{A2ECCA9F-861F-4255-AEDC-980FA533199C}" type="presParOf" srcId="{0496B642-3684-46A4-AD11-EC7AC34E1275}" destId="{8E10CDB9-B132-4A15-94B3-96542DAD96D3}" srcOrd="0" destOrd="0" presId="urn:microsoft.com/office/officeart/2005/8/layout/vList5"/>
    <dgm:cxn modelId="{A1D57136-A0CB-4AB7-B8CE-5FB3A6D9AAE8}" type="presParOf" srcId="{C5CB408F-DC7B-43F5-B400-E7D4E11F2F05}" destId="{EC41DBD8-865F-4858-9ADC-9D20B75DA26B}" srcOrd="1" destOrd="0" presId="urn:microsoft.com/office/officeart/2005/8/layout/vList5"/>
    <dgm:cxn modelId="{D720C364-927E-4AFE-A3C7-C5C49AC1C555}" type="presParOf" srcId="{C5CB408F-DC7B-43F5-B400-E7D4E11F2F05}" destId="{CA88B4BB-1B1B-45C3-A53A-9A7E3BC770A3}" srcOrd="2" destOrd="0" presId="urn:microsoft.com/office/officeart/2005/8/layout/vList5"/>
    <dgm:cxn modelId="{D9995F1D-0415-4491-A3DC-514176BF11F3}" type="presParOf" srcId="{CA88B4BB-1B1B-45C3-A53A-9A7E3BC770A3}" destId="{41D25C8B-F417-4556-8025-DD32280B23FE}" srcOrd="0" destOrd="0" presId="urn:microsoft.com/office/officeart/2005/8/layout/vList5"/>
    <dgm:cxn modelId="{82E99068-8AB8-45A4-8475-55D701E3ECFF}" type="presParOf" srcId="{C5CB408F-DC7B-43F5-B400-E7D4E11F2F05}" destId="{ADE6BD6E-44E4-47A4-AD14-F8AD37E7840D}" srcOrd="3" destOrd="0" presId="urn:microsoft.com/office/officeart/2005/8/layout/vList5"/>
    <dgm:cxn modelId="{6E9CE45B-FB0D-4D64-8B96-466B8462510F}" type="presParOf" srcId="{C5CB408F-DC7B-43F5-B400-E7D4E11F2F05}" destId="{0A66AC19-5A62-4BC1-AC81-623A76B2E0C7}" srcOrd="4" destOrd="0" presId="urn:microsoft.com/office/officeart/2005/8/layout/vList5"/>
    <dgm:cxn modelId="{EEF07098-EF35-47A4-858C-078FA1A9DA67}" type="presParOf" srcId="{0A66AC19-5A62-4BC1-AC81-623A76B2E0C7}" destId="{83BEFC05-A34D-4FA3-AB74-386B832F2ABF}" srcOrd="0" destOrd="0" presId="urn:microsoft.com/office/officeart/2005/8/layout/vList5"/>
    <dgm:cxn modelId="{8DEC1310-DA2E-4166-9AB3-9B3D707591AF}" type="presParOf" srcId="{C5CB408F-DC7B-43F5-B400-E7D4E11F2F05}" destId="{835AB10C-AC04-43B6-A3B6-CA2D4812992E}" srcOrd="5" destOrd="0" presId="urn:microsoft.com/office/officeart/2005/8/layout/vList5"/>
    <dgm:cxn modelId="{83F21403-D191-4704-95A8-D1AD4FFA342E}" type="presParOf" srcId="{C5CB408F-DC7B-43F5-B400-E7D4E11F2F05}" destId="{59BEC386-A1B9-48A2-98CD-3036912B3886}" srcOrd="6" destOrd="0" presId="urn:microsoft.com/office/officeart/2005/8/layout/vList5"/>
    <dgm:cxn modelId="{E7569E09-AD6F-4DB8-AD72-FAB65E368517}" type="presParOf" srcId="{59BEC386-A1B9-48A2-98CD-3036912B3886}" destId="{01F7B601-43DB-4945-B690-527CEAD9927D}" srcOrd="0" destOrd="0" presId="urn:microsoft.com/office/officeart/2005/8/layout/vList5"/>
    <dgm:cxn modelId="{7F8500CB-B66B-448F-9A70-AC2122BB96B1}" type="presParOf" srcId="{C5CB408F-DC7B-43F5-B400-E7D4E11F2F05}" destId="{798A82EB-541C-4814-9C36-CF55DE8F1B8A}" srcOrd="7" destOrd="0" presId="urn:microsoft.com/office/officeart/2005/8/layout/vList5"/>
    <dgm:cxn modelId="{785EF3C7-7DEB-488C-BBF2-2DD31B5B9E89}" type="presParOf" srcId="{C5CB408F-DC7B-43F5-B400-E7D4E11F2F05}" destId="{3E6B375E-14BE-4FA7-B9F2-1242CE15593D}" srcOrd="8" destOrd="0" presId="urn:microsoft.com/office/officeart/2005/8/layout/vList5"/>
    <dgm:cxn modelId="{BF2824A2-9312-4CE2-B50E-6F4D0B4CC6B2}" type="presParOf" srcId="{3E6B375E-14BE-4FA7-B9F2-1242CE15593D}" destId="{1C51A48E-95EA-4AD4-BBA1-D8EF5BBDCDDE}" srcOrd="0" destOrd="0" presId="urn:microsoft.com/office/officeart/2005/8/layout/vList5"/>
    <dgm:cxn modelId="{6BD2C6FA-2228-4516-8FE2-00DB39D40FA2}" type="presParOf" srcId="{C5CB408F-DC7B-43F5-B400-E7D4E11F2F05}" destId="{D7CA803F-F65F-4AFA-A61A-D5D3CFB65C71}" srcOrd="9" destOrd="0" presId="urn:microsoft.com/office/officeart/2005/8/layout/vList5"/>
    <dgm:cxn modelId="{A8FED4C7-1DFD-4D6C-8477-38FC5C10DF41}" type="presParOf" srcId="{C5CB408F-DC7B-43F5-B400-E7D4E11F2F05}" destId="{8AAA2E14-887F-4D5F-B704-53E0BAE85EE9}" srcOrd="10" destOrd="0" presId="urn:microsoft.com/office/officeart/2005/8/layout/vList5"/>
    <dgm:cxn modelId="{D74E85A0-1068-4430-9695-5886FD73F359}" type="presParOf" srcId="{8AAA2E14-887F-4D5F-B704-53E0BAE85EE9}" destId="{BE304D65-57CF-46A6-8E6C-7A838FD15AE8}" srcOrd="0" destOrd="0" presId="urn:microsoft.com/office/officeart/2005/8/layout/vList5"/>
    <dgm:cxn modelId="{1F498BFA-C6E7-4C3F-B965-410E14F793E9}" type="presParOf" srcId="{C5CB408F-DC7B-43F5-B400-E7D4E11F2F05}" destId="{C0D3D73E-58E3-41B6-B173-2FA9A8869CD7}" srcOrd="11" destOrd="0" presId="urn:microsoft.com/office/officeart/2005/8/layout/vList5"/>
    <dgm:cxn modelId="{B3D02F74-A597-4D1C-AC41-DC509BA20733}" type="presParOf" srcId="{C5CB408F-DC7B-43F5-B400-E7D4E11F2F05}" destId="{4D9FAEDB-4D06-488F-BE96-9701B9C989F5}" srcOrd="12" destOrd="0" presId="urn:microsoft.com/office/officeart/2005/8/layout/vList5"/>
    <dgm:cxn modelId="{1A8AEBC0-0A96-430B-87DB-904533260406}" type="presParOf" srcId="{4D9FAEDB-4D06-488F-BE96-9701B9C989F5}" destId="{E1C5F822-330C-4018-8757-21E72DB81A22}" srcOrd="0" destOrd="0" presId="urn:microsoft.com/office/officeart/2005/8/layout/vList5"/>
    <dgm:cxn modelId="{A2250A43-7520-441B-AA82-30F5C941EC71}" type="presParOf" srcId="{C5CB408F-DC7B-43F5-B400-E7D4E11F2F05}" destId="{77FDF211-594E-490F-95FE-ADE45CAA3F74}" srcOrd="13" destOrd="0" presId="urn:microsoft.com/office/officeart/2005/8/layout/vList5"/>
    <dgm:cxn modelId="{869ACD7E-E37C-438A-8B57-C51814FCE60A}" type="presParOf" srcId="{C5CB408F-DC7B-43F5-B400-E7D4E11F2F05}" destId="{562E454D-DCF3-4BA6-ACE6-91E83BD4177E}" srcOrd="14" destOrd="0" presId="urn:microsoft.com/office/officeart/2005/8/layout/vList5"/>
    <dgm:cxn modelId="{D679EA5B-1C26-47EF-991F-7E58D8E8D841}" type="presParOf" srcId="{562E454D-DCF3-4BA6-ACE6-91E83BD4177E}" destId="{591BB6DF-23E6-45B2-8FF3-EF1AD7AF99E9}" srcOrd="0" destOrd="0" presId="urn:microsoft.com/office/officeart/2005/8/layout/vList5"/>
    <dgm:cxn modelId="{C6BF2A11-4C77-4BB0-BE61-00B378560ECB}" type="presParOf" srcId="{C5CB408F-DC7B-43F5-B400-E7D4E11F2F05}" destId="{732D7662-5867-433E-8F4B-E0C57E0ADD24}" srcOrd="15" destOrd="0" presId="urn:microsoft.com/office/officeart/2005/8/layout/vList5"/>
    <dgm:cxn modelId="{A7C4F213-4C54-4271-9C3C-CA476C8B76EC}" type="presParOf" srcId="{C5CB408F-DC7B-43F5-B400-E7D4E11F2F05}" destId="{A57D2CF3-A269-4E4D-9159-A31633BE20EF}" srcOrd="16" destOrd="0" presId="urn:microsoft.com/office/officeart/2005/8/layout/vList5"/>
    <dgm:cxn modelId="{81D780AA-3C4B-416F-A8D1-6321BF4BE33D}" type="presParOf" srcId="{A57D2CF3-A269-4E4D-9159-A31633BE20EF}" destId="{F0FE0518-9CA2-4C58-B0C8-E5283BAED923}" srcOrd="0" destOrd="0" presId="urn:microsoft.com/office/officeart/2005/8/layout/vList5"/>
    <dgm:cxn modelId="{9FE16B4A-9302-4A58-BF07-F493B9FA1CB4}" type="presParOf" srcId="{C5CB408F-DC7B-43F5-B400-E7D4E11F2F05}" destId="{A08935E5-83E3-4EBA-A254-507DBA783FFD}" srcOrd="17" destOrd="0" presId="urn:microsoft.com/office/officeart/2005/8/layout/vList5"/>
    <dgm:cxn modelId="{5F4A64D5-9956-413D-BB5F-814CA1B5AB02}" type="presParOf" srcId="{C5CB408F-DC7B-43F5-B400-E7D4E11F2F05}" destId="{C2B87693-1FD2-4A51-ACC4-0FC211DFF0F3}" srcOrd="18" destOrd="0" presId="urn:microsoft.com/office/officeart/2005/8/layout/vList5"/>
    <dgm:cxn modelId="{31B075AF-AEA0-4113-AF0F-86A23E0D0BB4}" type="presParOf" srcId="{C2B87693-1FD2-4A51-ACC4-0FC211DFF0F3}" destId="{6630908C-C4C6-4137-B7B9-A00BCECE6A3F}" srcOrd="0" destOrd="0" presId="urn:microsoft.com/office/officeart/2005/8/layout/vList5"/>
    <dgm:cxn modelId="{CCE3453D-E047-49C6-8A81-1D8B0A2F9217}" type="presParOf" srcId="{C5CB408F-DC7B-43F5-B400-E7D4E11F2F05}" destId="{8AF05B04-674F-4B12-9DBD-9A9346278971}" srcOrd="19" destOrd="0" presId="urn:microsoft.com/office/officeart/2005/8/layout/vList5"/>
    <dgm:cxn modelId="{5DABD93A-2F8F-415B-8972-9D3757D92092}" type="presParOf" srcId="{C5CB408F-DC7B-43F5-B400-E7D4E11F2F05}" destId="{1E1CA7B9-C3C1-4277-9ECC-112788A0AEF2}" srcOrd="20" destOrd="0" presId="urn:microsoft.com/office/officeart/2005/8/layout/vList5"/>
    <dgm:cxn modelId="{9E4CF949-050E-4451-94BD-32FB7E32C75C}" type="presParOf" srcId="{1E1CA7B9-C3C1-4277-9ECC-112788A0AEF2}" destId="{61A94DD0-FF0E-4B52-956C-285C098C03E2}" srcOrd="0" destOrd="0" presId="urn:microsoft.com/office/officeart/2005/8/layout/vList5"/>
    <dgm:cxn modelId="{381166F5-4C13-4FA1-8BF5-E12A7B0CDF54}" type="presParOf" srcId="{C5CB408F-DC7B-43F5-B400-E7D4E11F2F05}" destId="{E2FDE6CC-829B-4351-B99C-5F86CC312203}" srcOrd="21" destOrd="0" presId="urn:microsoft.com/office/officeart/2005/8/layout/vList5"/>
    <dgm:cxn modelId="{11379EBF-2007-4959-A834-AED0AA78F5B1}" type="presParOf" srcId="{C5CB408F-DC7B-43F5-B400-E7D4E11F2F05}" destId="{B3ED84A3-FBF6-4981-A270-CFB9D9B4B632}" srcOrd="22" destOrd="0" presId="urn:microsoft.com/office/officeart/2005/8/layout/vList5"/>
    <dgm:cxn modelId="{774AEA45-ECCA-454E-BB2B-E9F62CFA8DB0}" type="presParOf" srcId="{B3ED84A3-FBF6-4981-A270-CFB9D9B4B632}" destId="{78FB47D7-0967-42E6-9EC7-06E9D6D95F88}" srcOrd="0" destOrd="0" presId="urn:microsoft.com/office/officeart/2005/8/layout/vList5"/>
    <dgm:cxn modelId="{D4B7BCBB-FC19-4ABC-AE3B-C2DE2A37800C}" type="presParOf" srcId="{C5CB408F-DC7B-43F5-B400-E7D4E11F2F05}" destId="{9602F3FF-0E61-4602-8737-A0B87E10C0E1}" srcOrd="23" destOrd="0" presId="urn:microsoft.com/office/officeart/2005/8/layout/vList5"/>
    <dgm:cxn modelId="{16694BB1-44D1-4427-9C75-5CDA568AC8DA}" type="presParOf" srcId="{C5CB408F-DC7B-43F5-B400-E7D4E11F2F05}" destId="{A0BFDE1A-BA75-4463-A51A-B56A264F7D56}" srcOrd="24" destOrd="0" presId="urn:microsoft.com/office/officeart/2005/8/layout/vList5"/>
    <dgm:cxn modelId="{389CFDEE-B4D2-42A0-8267-5DBDB581BFF4}" type="presParOf" srcId="{A0BFDE1A-BA75-4463-A51A-B56A264F7D56}" destId="{E19E03C8-B27C-4CBE-AD0C-56DEB2597E44}" srcOrd="0" destOrd="0" presId="urn:microsoft.com/office/officeart/2005/8/layout/vList5"/>
    <dgm:cxn modelId="{6148DECF-5B9D-4537-B5F5-763AC0251F3E}" type="presParOf" srcId="{C5CB408F-DC7B-43F5-B400-E7D4E11F2F05}" destId="{EE49AF62-BD7A-49D3-B875-263C2A997DFB}" srcOrd="25" destOrd="0" presId="urn:microsoft.com/office/officeart/2005/8/layout/vList5"/>
    <dgm:cxn modelId="{670E0AAF-3FEC-46B9-9B01-1152851E4F2B}" type="presParOf" srcId="{C5CB408F-DC7B-43F5-B400-E7D4E11F2F05}" destId="{4D02A26C-92D8-4538-81D9-303266626BC9}" srcOrd="26" destOrd="0" presId="urn:microsoft.com/office/officeart/2005/8/layout/vList5"/>
    <dgm:cxn modelId="{775B9CD6-8C74-4E54-A5A6-850904A99567}" type="presParOf" srcId="{4D02A26C-92D8-4538-81D9-303266626BC9}" destId="{EAD3830B-5B9A-4143-834B-6B2AFA2EAEF5}" srcOrd="0" destOrd="0" presId="urn:microsoft.com/office/officeart/2005/8/layout/vList5"/>
    <dgm:cxn modelId="{2C8D07B9-9AC5-47B6-88F9-6C9FD88F73DF}" type="presParOf" srcId="{C5CB408F-DC7B-43F5-B400-E7D4E11F2F05}" destId="{96BE5F7B-2D96-4C84-9E14-41CC37167B53}" srcOrd="27" destOrd="0" presId="urn:microsoft.com/office/officeart/2005/8/layout/vList5"/>
    <dgm:cxn modelId="{824AC9CB-5D3D-480E-8FF1-E6860BD5D0DE}" type="presParOf" srcId="{C5CB408F-DC7B-43F5-B400-E7D4E11F2F05}" destId="{8A543765-8345-4ED7-9C9D-5E7F14523E2F}" srcOrd="28" destOrd="0" presId="urn:microsoft.com/office/officeart/2005/8/layout/vList5"/>
    <dgm:cxn modelId="{3853EF28-E93F-4367-9F8F-587D21DF76BA}" type="presParOf" srcId="{8A543765-8345-4ED7-9C9D-5E7F14523E2F}" destId="{D7DD0EE4-0E7E-4040-8F29-C9180F2575C9}" srcOrd="0" destOrd="0" presId="urn:microsoft.com/office/officeart/2005/8/layout/vList5"/>
    <dgm:cxn modelId="{A28CF9F7-98B9-4BF1-9AF4-C6464B339F7E}" type="presParOf" srcId="{C5CB408F-DC7B-43F5-B400-E7D4E11F2F05}" destId="{67E55636-3386-439D-B16F-C052E018DE0D}" srcOrd="29" destOrd="0" presId="urn:microsoft.com/office/officeart/2005/8/layout/vList5"/>
    <dgm:cxn modelId="{11B57A59-CCEB-4E14-8725-30CD47B856A5}" type="presParOf" srcId="{C5CB408F-DC7B-43F5-B400-E7D4E11F2F05}" destId="{9514DB44-D368-400B-8816-C8B47C4167BC}" srcOrd="30" destOrd="0" presId="urn:microsoft.com/office/officeart/2005/8/layout/vList5"/>
    <dgm:cxn modelId="{A8A691EA-ED03-45CB-B7B1-345923A3B657}" type="presParOf" srcId="{9514DB44-D368-400B-8816-C8B47C4167BC}" destId="{33A3A29A-B477-4F14-AAD6-0BF2DBE163DB}" srcOrd="0" destOrd="0" presId="urn:microsoft.com/office/officeart/2005/8/layout/vList5"/>
    <dgm:cxn modelId="{94EE4A26-F569-4CFD-9095-B5BC9A087ACE}" type="presParOf" srcId="{C5CB408F-DC7B-43F5-B400-E7D4E11F2F05}" destId="{4DD06475-0915-4392-8385-572C7550BBF7}" srcOrd="31" destOrd="0" presId="urn:microsoft.com/office/officeart/2005/8/layout/vList5"/>
    <dgm:cxn modelId="{FE0A9238-B6CE-44FD-9137-277C9DFCFC27}" type="presParOf" srcId="{C5CB408F-DC7B-43F5-B400-E7D4E11F2F05}" destId="{A8ED6906-003E-4FDE-8A4E-A63A65501CD1}" srcOrd="32" destOrd="0" presId="urn:microsoft.com/office/officeart/2005/8/layout/vList5"/>
    <dgm:cxn modelId="{2CCC25E7-1BC9-4D37-9271-391CD8740F4A}" type="presParOf" srcId="{A8ED6906-003E-4FDE-8A4E-A63A65501CD1}" destId="{2E5A889B-0B4E-4F3A-9E8C-1FF57474E1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0CDB9-B132-4A15-94B3-96542DAD96D3}">
      <dsp:nvSpPr>
        <dsp:cNvPr id="0" name=""/>
        <dsp:cNvSpPr/>
      </dsp:nvSpPr>
      <dsp:spPr>
        <a:xfrm>
          <a:off x="2476872" y="1264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Dataset</a:t>
          </a:r>
        </a:p>
      </dsp:txBody>
      <dsp:txXfrm>
        <a:off x="2491067" y="15459"/>
        <a:ext cx="2758092" cy="262398"/>
      </dsp:txXfrm>
    </dsp:sp>
    <dsp:sp modelId="{41D25C8B-F417-4556-8025-DD32280B23FE}">
      <dsp:nvSpPr>
        <dsp:cNvPr id="0" name=""/>
        <dsp:cNvSpPr/>
      </dsp:nvSpPr>
      <dsp:spPr>
        <a:xfrm>
          <a:off x="2476872" y="306591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↓</a:t>
          </a:r>
        </a:p>
      </dsp:txBody>
      <dsp:txXfrm>
        <a:off x="2491067" y="320786"/>
        <a:ext cx="2758092" cy="262398"/>
      </dsp:txXfrm>
    </dsp:sp>
    <dsp:sp modelId="{83BEFC05-A34D-4FA3-AB74-386B832F2ABF}">
      <dsp:nvSpPr>
        <dsp:cNvPr id="0" name=""/>
        <dsp:cNvSpPr/>
      </dsp:nvSpPr>
      <dsp:spPr>
        <a:xfrm>
          <a:off x="2476872" y="611919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EDA</a:t>
          </a:r>
        </a:p>
      </dsp:txBody>
      <dsp:txXfrm>
        <a:off x="2491067" y="626114"/>
        <a:ext cx="2758092" cy="262398"/>
      </dsp:txXfrm>
    </dsp:sp>
    <dsp:sp modelId="{01F7B601-43DB-4945-B690-527CEAD9927D}">
      <dsp:nvSpPr>
        <dsp:cNvPr id="0" name=""/>
        <dsp:cNvSpPr/>
      </dsp:nvSpPr>
      <dsp:spPr>
        <a:xfrm>
          <a:off x="2476872" y="917247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↓</a:t>
          </a:r>
        </a:p>
      </dsp:txBody>
      <dsp:txXfrm>
        <a:off x="2491067" y="931442"/>
        <a:ext cx="2758092" cy="262398"/>
      </dsp:txXfrm>
    </dsp:sp>
    <dsp:sp modelId="{1C51A48E-95EA-4AD4-BBA1-D8EF5BBDCDDE}">
      <dsp:nvSpPr>
        <dsp:cNvPr id="0" name=""/>
        <dsp:cNvSpPr/>
      </dsp:nvSpPr>
      <dsp:spPr>
        <a:xfrm>
          <a:off x="2476872" y="1222574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Preprocessing</a:t>
          </a:r>
        </a:p>
      </dsp:txBody>
      <dsp:txXfrm>
        <a:off x="2491067" y="1236769"/>
        <a:ext cx="2758092" cy="262398"/>
      </dsp:txXfrm>
    </dsp:sp>
    <dsp:sp modelId="{BE304D65-57CF-46A6-8E6C-7A838FD15AE8}">
      <dsp:nvSpPr>
        <dsp:cNvPr id="0" name=""/>
        <dsp:cNvSpPr/>
      </dsp:nvSpPr>
      <dsp:spPr>
        <a:xfrm>
          <a:off x="2476872" y="1527902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↓</a:t>
          </a:r>
        </a:p>
      </dsp:txBody>
      <dsp:txXfrm>
        <a:off x="2491067" y="1542097"/>
        <a:ext cx="2758092" cy="262398"/>
      </dsp:txXfrm>
    </dsp:sp>
    <dsp:sp modelId="{E1C5F822-330C-4018-8757-21E72DB81A22}">
      <dsp:nvSpPr>
        <dsp:cNvPr id="0" name=""/>
        <dsp:cNvSpPr/>
      </dsp:nvSpPr>
      <dsp:spPr>
        <a:xfrm>
          <a:off x="2476872" y="1833229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Baseline Models</a:t>
          </a:r>
          <a:br>
            <a:rPr lang="en-IN" sz="800" kern="1200"/>
          </a:br>
          <a:r>
            <a:rPr lang="en-IN" sz="800" kern="1200"/>
            <a:t>(RF | XGBoost | DNN)</a:t>
          </a:r>
        </a:p>
      </dsp:txBody>
      <dsp:txXfrm>
        <a:off x="2491067" y="1847424"/>
        <a:ext cx="2758092" cy="262398"/>
      </dsp:txXfrm>
    </dsp:sp>
    <dsp:sp modelId="{591BB6DF-23E6-45B2-8FF3-EF1AD7AF99E9}">
      <dsp:nvSpPr>
        <dsp:cNvPr id="0" name=""/>
        <dsp:cNvSpPr/>
      </dsp:nvSpPr>
      <dsp:spPr>
        <a:xfrm>
          <a:off x="2476872" y="2138557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↓</a:t>
          </a:r>
        </a:p>
      </dsp:txBody>
      <dsp:txXfrm>
        <a:off x="2491067" y="2152752"/>
        <a:ext cx="2758092" cy="262398"/>
      </dsp:txXfrm>
    </dsp:sp>
    <dsp:sp modelId="{F0FE0518-9CA2-4C58-B0C8-E5283BAED923}">
      <dsp:nvSpPr>
        <dsp:cNvPr id="0" name=""/>
        <dsp:cNvSpPr/>
      </dsp:nvSpPr>
      <dsp:spPr>
        <a:xfrm>
          <a:off x="2476872" y="2443884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SMOTE</a:t>
          </a:r>
        </a:p>
      </dsp:txBody>
      <dsp:txXfrm>
        <a:off x="2491067" y="2458079"/>
        <a:ext cx="2758092" cy="262398"/>
      </dsp:txXfrm>
    </dsp:sp>
    <dsp:sp modelId="{6630908C-C4C6-4137-B7B9-A00BCECE6A3F}">
      <dsp:nvSpPr>
        <dsp:cNvPr id="0" name=""/>
        <dsp:cNvSpPr/>
      </dsp:nvSpPr>
      <dsp:spPr>
        <a:xfrm>
          <a:off x="2476872" y="2749212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↓</a:t>
          </a:r>
        </a:p>
      </dsp:txBody>
      <dsp:txXfrm>
        <a:off x="2491067" y="2763407"/>
        <a:ext cx="2758092" cy="262398"/>
      </dsp:txXfrm>
    </dsp:sp>
    <dsp:sp modelId="{61A94DD0-FF0E-4B52-956C-285C098C03E2}">
      <dsp:nvSpPr>
        <dsp:cNvPr id="0" name=""/>
        <dsp:cNvSpPr/>
      </dsp:nvSpPr>
      <dsp:spPr>
        <a:xfrm>
          <a:off x="2476872" y="3054540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Post-SMOTE Model</a:t>
          </a:r>
          <a:br>
            <a:rPr lang="en-IN" sz="800" kern="1200" dirty="0"/>
          </a:br>
          <a:r>
            <a:rPr lang="en-IN" sz="800" kern="1200" dirty="0"/>
            <a:t>(RF | </a:t>
          </a:r>
          <a:r>
            <a:rPr lang="en-IN" sz="800" kern="1200" dirty="0" err="1"/>
            <a:t>XGBoost</a:t>
          </a:r>
          <a:r>
            <a:rPr lang="en-IN" sz="800" kern="1200" dirty="0"/>
            <a:t> | DNN)</a:t>
          </a:r>
        </a:p>
      </dsp:txBody>
      <dsp:txXfrm>
        <a:off x="2491067" y="3068735"/>
        <a:ext cx="2758092" cy="262398"/>
      </dsp:txXfrm>
    </dsp:sp>
    <dsp:sp modelId="{78FB47D7-0967-42E6-9EC7-06E9D6D95F88}">
      <dsp:nvSpPr>
        <dsp:cNvPr id="0" name=""/>
        <dsp:cNvSpPr/>
      </dsp:nvSpPr>
      <dsp:spPr>
        <a:xfrm>
          <a:off x="2476872" y="3359867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↓</a:t>
          </a:r>
        </a:p>
      </dsp:txBody>
      <dsp:txXfrm>
        <a:off x="2491067" y="3374062"/>
        <a:ext cx="2758092" cy="262398"/>
      </dsp:txXfrm>
    </dsp:sp>
    <dsp:sp modelId="{E19E03C8-B27C-4CBE-AD0C-56DEB2597E44}">
      <dsp:nvSpPr>
        <dsp:cNvPr id="0" name=""/>
        <dsp:cNvSpPr/>
      </dsp:nvSpPr>
      <dsp:spPr>
        <a:xfrm>
          <a:off x="2476872" y="3665195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Evaluation &amp; Comparison</a:t>
          </a:r>
        </a:p>
      </dsp:txBody>
      <dsp:txXfrm>
        <a:off x="2491067" y="3679390"/>
        <a:ext cx="2758092" cy="262398"/>
      </dsp:txXfrm>
    </dsp:sp>
    <dsp:sp modelId="{EAD3830B-5B9A-4143-834B-6B2AFA2EAEF5}">
      <dsp:nvSpPr>
        <dsp:cNvPr id="0" name=""/>
        <dsp:cNvSpPr/>
      </dsp:nvSpPr>
      <dsp:spPr>
        <a:xfrm>
          <a:off x="2476872" y="3970522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↓</a:t>
          </a:r>
        </a:p>
      </dsp:txBody>
      <dsp:txXfrm>
        <a:off x="2491067" y="3984717"/>
        <a:ext cx="2758092" cy="262398"/>
      </dsp:txXfrm>
    </dsp:sp>
    <dsp:sp modelId="{D7DD0EE4-0E7E-4040-8F29-C9180F2575C9}">
      <dsp:nvSpPr>
        <dsp:cNvPr id="0" name=""/>
        <dsp:cNvSpPr/>
      </dsp:nvSpPr>
      <dsp:spPr>
        <a:xfrm>
          <a:off x="2476872" y="4275850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/>
            <a:t>Best Model (XGBoost)</a:t>
          </a:r>
        </a:p>
      </dsp:txBody>
      <dsp:txXfrm>
        <a:off x="2491067" y="4290045"/>
        <a:ext cx="2758092" cy="262398"/>
      </dsp:txXfrm>
    </dsp:sp>
    <dsp:sp modelId="{33A3A29A-B477-4F14-AAD6-0BF2DBE163DB}">
      <dsp:nvSpPr>
        <dsp:cNvPr id="0" name=""/>
        <dsp:cNvSpPr/>
      </dsp:nvSpPr>
      <dsp:spPr>
        <a:xfrm>
          <a:off x="2476872" y="4581177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↓</a:t>
          </a:r>
        </a:p>
      </dsp:txBody>
      <dsp:txXfrm>
        <a:off x="2491067" y="4595372"/>
        <a:ext cx="2758092" cy="262398"/>
      </dsp:txXfrm>
    </dsp:sp>
    <dsp:sp modelId="{2E5A889B-0B4E-4F3A-9E8C-1FF57474E13F}">
      <dsp:nvSpPr>
        <dsp:cNvPr id="0" name=""/>
        <dsp:cNvSpPr/>
      </dsp:nvSpPr>
      <dsp:spPr>
        <a:xfrm>
          <a:off x="2476872" y="4886505"/>
          <a:ext cx="2786482" cy="2907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15240" rIns="30480" bIns="1524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 err="1"/>
            <a:t>Streamlit</a:t>
          </a:r>
          <a:r>
            <a:rPr lang="en-IN" sz="800" kern="1200" dirty="0"/>
            <a:t> Deployment</a:t>
          </a:r>
        </a:p>
      </dsp:txBody>
      <dsp:txXfrm>
        <a:off x="2491067" y="4900700"/>
        <a:ext cx="2758092" cy="262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68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0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56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03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9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64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1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4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0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49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6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976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15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92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72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4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5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061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812" y="1476853"/>
            <a:ext cx="7904820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dirty="0"/>
              <a:t>Member - </a:t>
            </a:r>
            <a:r>
              <a:rPr sz="3600" dirty="0"/>
              <a:t>Pamal Harpreet Singh</a:t>
            </a:r>
          </a:p>
          <a:p>
            <a:pPr marL="0" indent="0">
              <a:buNone/>
            </a:pPr>
            <a:r>
              <a:rPr sz="3600" dirty="0"/>
              <a:t>Business Goal</a:t>
            </a:r>
            <a:r>
              <a:rPr lang="en-IN" sz="3600" dirty="0"/>
              <a:t> -</a:t>
            </a:r>
            <a:r>
              <a:rPr sz="3600" dirty="0"/>
              <a:t> Detect fraud in real time while minimizing false positives and false negatives.</a:t>
            </a:r>
          </a:p>
          <a:p>
            <a:pPr marL="0" indent="0">
              <a:buNone/>
            </a:pPr>
            <a:r>
              <a:rPr sz="3600" dirty="0"/>
              <a:t>Pipeline: Data → EDA → Preprocessing → SMOTE → Models → Evaluation → Deployment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8FBA08B-0E7C-1B10-43C1-C33AB024BA10}"/>
              </a:ext>
            </a:extLst>
          </p:cNvPr>
          <p:cNvSpPr/>
          <p:nvPr/>
        </p:nvSpPr>
        <p:spPr>
          <a:xfrm>
            <a:off x="480207" y="147981"/>
            <a:ext cx="7209897" cy="923226"/>
          </a:xfrm>
          <a:custGeom>
            <a:avLst/>
            <a:gdLst>
              <a:gd name="csX0" fmla="*/ 0 w 8229600"/>
              <a:gd name="csY0" fmla="*/ 115930 h 695565"/>
              <a:gd name="csX1" fmla="*/ 115930 w 8229600"/>
              <a:gd name="csY1" fmla="*/ 0 h 695565"/>
              <a:gd name="csX2" fmla="*/ 8113670 w 8229600"/>
              <a:gd name="csY2" fmla="*/ 0 h 695565"/>
              <a:gd name="csX3" fmla="*/ 8229600 w 8229600"/>
              <a:gd name="csY3" fmla="*/ 115930 h 695565"/>
              <a:gd name="csX4" fmla="*/ 8229600 w 8229600"/>
              <a:gd name="csY4" fmla="*/ 579635 h 695565"/>
              <a:gd name="csX5" fmla="*/ 8113670 w 8229600"/>
              <a:gd name="csY5" fmla="*/ 695565 h 695565"/>
              <a:gd name="csX6" fmla="*/ 115930 w 8229600"/>
              <a:gd name="csY6" fmla="*/ 695565 h 695565"/>
              <a:gd name="csX7" fmla="*/ 0 w 8229600"/>
              <a:gd name="csY7" fmla="*/ 579635 h 695565"/>
              <a:gd name="csX8" fmla="*/ 0 w 8229600"/>
              <a:gd name="csY8" fmla="*/ 115930 h 695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229600" h="695565">
                <a:moveTo>
                  <a:pt x="0" y="115930"/>
                </a:moveTo>
                <a:cubicBezTo>
                  <a:pt x="0" y="51904"/>
                  <a:pt x="51904" y="0"/>
                  <a:pt x="115930" y="0"/>
                </a:cubicBezTo>
                <a:lnTo>
                  <a:pt x="8113670" y="0"/>
                </a:lnTo>
                <a:cubicBezTo>
                  <a:pt x="8177696" y="0"/>
                  <a:pt x="8229600" y="51904"/>
                  <a:pt x="8229600" y="115930"/>
                </a:cubicBezTo>
                <a:lnTo>
                  <a:pt x="8229600" y="579635"/>
                </a:lnTo>
                <a:cubicBezTo>
                  <a:pt x="8229600" y="643661"/>
                  <a:pt x="8177696" y="695565"/>
                  <a:pt x="8113670" y="695565"/>
                </a:cubicBezTo>
                <a:lnTo>
                  <a:pt x="115930" y="695565"/>
                </a:lnTo>
                <a:cubicBezTo>
                  <a:pt x="51904" y="695565"/>
                  <a:pt x="0" y="643661"/>
                  <a:pt x="0" y="579635"/>
                </a:cubicBezTo>
                <a:lnTo>
                  <a:pt x="0" y="11593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4445" tIns="144445" rIns="144445" bIns="144445" numCol="1" spcCol="1270" anchor="ctr" anchorCtr="0">
            <a:noAutofit/>
          </a:bodyPr>
          <a:lstStyle/>
          <a:p>
            <a:pPr marL="0" lvl="0" indent="0" algn="l" defTabSz="1289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900" kern="1200" dirty="0"/>
              <a:t>Credit Card Fraud Detection Using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68D9-D776-C8CE-9258-BB9A582F5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4644" cy="809154"/>
          </a:xfrm>
        </p:spPr>
        <p:txBody>
          <a:bodyPr/>
          <a:lstStyle/>
          <a:p>
            <a:r>
              <a:rPr lang="en-IN" sz="2800" dirty="0"/>
              <a:t>Credit Card Fraud Detection Pipeline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C3562B-60B2-E2B9-764B-6D85B9F3D1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394410"/>
              </p:ext>
            </p:extLst>
          </p:nvPr>
        </p:nvGraphicFramePr>
        <p:xfrm>
          <a:off x="827700" y="1069849"/>
          <a:ext cx="7740228" cy="5178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017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26858"/>
          </a:xfrm>
        </p:spPr>
        <p:txBody>
          <a:bodyPr/>
          <a:lstStyle/>
          <a:p>
            <a:r>
              <a:rPr sz="3200" dirty="0"/>
              <a:t>Dataset &amp; 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467709"/>
            <a:ext cx="7223682" cy="4195481"/>
          </a:xfrm>
        </p:spPr>
        <p:txBody>
          <a:bodyPr/>
          <a:lstStyle/>
          <a:p>
            <a:r>
              <a:rPr dirty="0"/>
              <a:t>Dataset: Kaggle Credit Card Fraud Detection</a:t>
            </a:r>
          </a:p>
          <a:p>
            <a:r>
              <a:rPr dirty="0"/>
              <a:t>Total Records: 284,807</a:t>
            </a:r>
          </a:p>
          <a:p>
            <a:r>
              <a:rPr dirty="0"/>
              <a:t>Fraud Cases: 492 (0.172%)</a:t>
            </a:r>
          </a:p>
          <a:p>
            <a:r>
              <a:rPr dirty="0"/>
              <a:t>Legitimate Cases: 284,315</a:t>
            </a:r>
          </a:p>
          <a:p>
            <a:r>
              <a:rPr dirty="0"/>
              <a:t>Features: Time, Amount, V1-V28, Class</a:t>
            </a:r>
          </a:p>
          <a:p>
            <a:endParaRPr dirty="0"/>
          </a:p>
          <a:p>
            <a:r>
              <a:rPr dirty="0"/>
              <a:t>Key Challenge: Extreme Class Imbalance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531717"/>
            <a:ext cx="6711654" cy="4777643"/>
          </a:xfrm>
        </p:spPr>
        <p:txBody>
          <a:bodyPr>
            <a:normAutofit fontScale="92500"/>
          </a:bodyPr>
          <a:lstStyle/>
          <a:p>
            <a:r>
              <a:rPr sz="2800" dirty="0"/>
              <a:t>No missing values</a:t>
            </a:r>
          </a:p>
          <a:p>
            <a:r>
              <a:rPr sz="2800" dirty="0"/>
              <a:t>Duplicates </a:t>
            </a:r>
            <a:r>
              <a:rPr lang="en-IN" sz="2800" dirty="0"/>
              <a:t>records </a:t>
            </a:r>
            <a:r>
              <a:rPr sz="2800" dirty="0"/>
              <a:t>removed</a:t>
            </a:r>
          </a:p>
          <a:p>
            <a:r>
              <a:rPr sz="2800" dirty="0"/>
              <a:t>Class distribution analyzed</a:t>
            </a:r>
          </a:p>
          <a:p>
            <a:r>
              <a:rPr sz="2800" dirty="0"/>
              <a:t>Amount scaled using </a:t>
            </a:r>
            <a:r>
              <a:rPr sz="2800" dirty="0" err="1"/>
              <a:t>RobustScaler</a:t>
            </a:r>
            <a:endParaRPr sz="2800" dirty="0"/>
          </a:p>
          <a:p>
            <a:r>
              <a:rPr sz="2800" dirty="0"/>
              <a:t>V1-V28 scaled using </a:t>
            </a:r>
            <a:r>
              <a:rPr sz="2800" dirty="0" err="1"/>
              <a:t>StandardScaler</a:t>
            </a:r>
            <a:endParaRPr sz="2800" dirty="0"/>
          </a:p>
          <a:p>
            <a:r>
              <a:rPr sz="2800" dirty="0"/>
              <a:t>Stratified Train/Test Split</a:t>
            </a:r>
          </a:p>
          <a:p>
            <a:r>
              <a:rPr sz="2800" dirty="0"/>
              <a:t>SMOTE applied only on training data</a:t>
            </a:r>
            <a:endParaRPr lang="en-IN" sz="2800" dirty="0"/>
          </a:p>
          <a:p>
            <a:endParaRPr sz="2800" dirty="0"/>
          </a:p>
          <a:p>
            <a:r>
              <a:rPr sz="2800" dirty="0"/>
              <a:t>Reason: Prevent data leakage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553122"/>
          </a:xfrm>
        </p:spPr>
        <p:txBody>
          <a:bodyPr/>
          <a:lstStyle/>
          <a:p>
            <a:r>
              <a:rPr sz="3200" dirty="0"/>
              <a:t>Models &amp; 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078993"/>
            <a:ext cx="8485554" cy="5169414"/>
          </a:xfrm>
        </p:spPr>
        <p:txBody>
          <a:bodyPr>
            <a:noAutofit/>
          </a:bodyPr>
          <a:lstStyle/>
          <a:p>
            <a:r>
              <a:rPr sz="1600" b="1" dirty="0"/>
              <a:t>Baseline:</a:t>
            </a:r>
            <a:r>
              <a:rPr sz="1600" dirty="0"/>
              <a:t> Random Forest</a:t>
            </a:r>
          </a:p>
          <a:p>
            <a:pPr marL="0" indent="0">
              <a:buNone/>
            </a:pPr>
            <a:r>
              <a:rPr lang="en-IN" sz="1600" dirty="0"/>
              <a:t>Estimators - </a:t>
            </a:r>
            <a:r>
              <a:rPr sz="1600" dirty="0"/>
              <a:t>300 Trees</a:t>
            </a:r>
            <a:r>
              <a:rPr lang="en-IN" sz="1600" dirty="0"/>
              <a:t>, depth = 25,</a:t>
            </a:r>
            <a:r>
              <a:rPr sz="1600" dirty="0"/>
              <a:t> </a:t>
            </a:r>
            <a:r>
              <a:rPr sz="1600" dirty="0" err="1"/>
              <a:t>class_weight</a:t>
            </a:r>
            <a:r>
              <a:rPr sz="1600" dirty="0"/>
              <a:t>='balanced'</a:t>
            </a:r>
          </a:p>
          <a:p>
            <a:r>
              <a:rPr sz="1600" b="1" dirty="0" err="1"/>
              <a:t>XGBoost</a:t>
            </a:r>
            <a:endParaRPr sz="1600" b="1" dirty="0"/>
          </a:p>
          <a:p>
            <a:pPr marL="0" indent="0">
              <a:buNone/>
            </a:pPr>
            <a:r>
              <a:rPr lang="en-IN" sz="1600" dirty="0"/>
              <a:t>Estimators = </a:t>
            </a:r>
            <a:r>
              <a:rPr sz="1600" dirty="0"/>
              <a:t>500</a:t>
            </a:r>
            <a:r>
              <a:rPr lang="en-IN" sz="1600" dirty="0"/>
              <a:t>, </a:t>
            </a:r>
            <a:r>
              <a:rPr sz="1600" dirty="0"/>
              <a:t>depth</a:t>
            </a:r>
            <a:r>
              <a:rPr lang="en-IN" sz="1600" dirty="0"/>
              <a:t> </a:t>
            </a:r>
            <a:r>
              <a:rPr sz="1600" dirty="0"/>
              <a:t>=</a:t>
            </a:r>
            <a:r>
              <a:rPr lang="en-IN" sz="1600" dirty="0"/>
              <a:t> </a:t>
            </a:r>
            <a:r>
              <a:rPr sz="1600" dirty="0"/>
              <a:t>8</a:t>
            </a:r>
            <a:r>
              <a:rPr lang="en-IN" sz="1600" dirty="0"/>
              <a:t>, </a:t>
            </a:r>
            <a:r>
              <a:rPr lang="en-IN" sz="1600" dirty="0" err="1"/>
              <a:t>learning_rate</a:t>
            </a:r>
            <a:r>
              <a:rPr lang="en-IN" sz="1600" dirty="0"/>
              <a:t> = 0.1</a:t>
            </a:r>
            <a:endParaRPr sz="1600" dirty="0"/>
          </a:p>
          <a:p>
            <a:r>
              <a:rPr sz="1600" b="1" dirty="0"/>
              <a:t>Deep Neural Network</a:t>
            </a:r>
          </a:p>
          <a:p>
            <a:pPr marL="0" indent="0">
              <a:buNone/>
            </a:pPr>
            <a:r>
              <a:rPr sz="1600" dirty="0"/>
              <a:t>Batch</a:t>
            </a:r>
            <a:r>
              <a:rPr lang="en-IN" sz="1600" dirty="0"/>
              <a:t> </a:t>
            </a:r>
            <a:r>
              <a:rPr sz="1600" dirty="0"/>
              <a:t>Norm</a:t>
            </a:r>
            <a:r>
              <a:rPr lang="en-IN" sz="1600" dirty="0" err="1"/>
              <a:t>alization</a:t>
            </a:r>
            <a:r>
              <a:rPr lang="en-IN" sz="1600" dirty="0"/>
              <a:t>,</a:t>
            </a:r>
            <a:r>
              <a:rPr sz="1600" dirty="0"/>
              <a:t> Dropout</a:t>
            </a:r>
            <a:r>
              <a:rPr lang="en-IN" sz="1600" dirty="0"/>
              <a:t>, </a:t>
            </a:r>
            <a:r>
              <a:rPr sz="1600" dirty="0" err="1"/>
              <a:t>ReLU</a:t>
            </a:r>
            <a:r>
              <a:rPr sz="1600" dirty="0"/>
              <a:t> Activation</a:t>
            </a:r>
          </a:p>
          <a:p>
            <a:r>
              <a:rPr lang="en-IN" sz="1600" dirty="0"/>
              <a:t>Tune Models with various Combinations, and finding the best combination:</a:t>
            </a:r>
          </a:p>
          <a:p>
            <a:r>
              <a:rPr lang="en-IN" sz="1600" dirty="0"/>
              <a:t>Random Forest : "</a:t>
            </a:r>
            <a:r>
              <a:rPr lang="en-IN" sz="1600" dirty="0" err="1"/>
              <a:t>n_estimators</a:t>
            </a:r>
            <a:r>
              <a:rPr lang="en-IN" sz="1600" dirty="0"/>
              <a:t>": [100,200, 300, 400], "</a:t>
            </a:r>
            <a:r>
              <a:rPr lang="en-IN" sz="1600" dirty="0" err="1"/>
              <a:t>max_depth</a:t>
            </a:r>
            <a:r>
              <a:rPr lang="en-IN" sz="1600" dirty="0"/>
              <a:t>": [15, 20, 25],</a:t>
            </a:r>
          </a:p>
          <a:p>
            <a:r>
              <a:rPr lang="en-IN" sz="1600" dirty="0" err="1"/>
              <a:t>Xgboost</a:t>
            </a:r>
            <a:r>
              <a:rPr lang="en-IN" sz="1600" dirty="0"/>
              <a:t> :   "</a:t>
            </a:r>
            <a:r>
              <a:rPr lang="en-IN" sz="1600" dirty="0" err="1"/>
              <a:t>n_estimators</a:t>
            </a:r>
            <a:r>
              <a:rPr lang="en-IN" sz="1600" dirty="0"/>
              <a:t>": [200, 300, 400, 500], "</a:t>
            </a:r>
            <a:r>
              <a:rPr lang="en-IN" sz="1600" dirty="0" err="1"/>
              <a:t>max_depth</a:t>
            </a:r>
            <a:r>
              <a:rPr lang="en-IN" sz="1600" dirty="0"/>
              <a:t>": [6, 7, 8], "</a:t>
            </a:r>
            <a:r>
              <a:rPr lang="en-IN" sz="1600" dirty="0" err="1"/>
              <a:t>learning_rate</a:t>
            </a:r>
            <a:r>
              <a:rPr lang="en-IN" sz="1600" dirty="0"/>
              <a:t>": [0.1, 0.3]</a:t>
            </a:r>
          </a:p>
          <a:p>
            <a:r>
              <a:rPr lang="en-IN" sz="1600" dirty="0"/>
              <a:t>DNN : "</a:t>
            </a:r>
            <a:r>
              <a:rPr lang="en-IN" sz="1600" dirty="0" err="1"/>
              <a:t>learning_rate</a:t>
            </a:r>
            <a:r>
              <a:rPr lang="en-IN" sz="1600" dirty="0"/>
              <a:t>": [0.001, 0.01], "</a:t>
            </a:r>
            <a:r>
              <a:rPr lang="en-IN" sz="1600" dirty="0" err="1"/>
              <a:t>dropout_rate</a:t>
            </a:r>
            <a:r>
              <a:rPr lang="en-IN" sz="1600" dirty="0"/>
              <a:t>": [0.3, 0.5], "</a:t>
            </a:r>
            <a:r>
              <a:rPr lang="en-IN" sz="1600" dirty="0" err="1"/>
              <a:t>batch_size</a:t>
            </a:r>
            <a:r>
              <a:rPr lang="en-IN" sz="1600" dirty="0"/>
              <a:t>": [128, 256]</a:t>
            </a:r>
          </a:p>
          <a:p>
            <a:r>
              <a:rPr lang="en-IN" sz="1800" dirty="0"/>
              <a:t>Experiment - </a:t>
            </a:r>
            <a:r>
              <a:rPr sz="1800" dirty="0"/>
              <a:t>Pre-SMOTE vs Post-SMOTE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26274"/>
          </a:xfrm>
        </p:spPr>
        <p:txBody>
          <a:bodyPr/>
          <a:lstStyle/>
          <a:p>
            <a:r>
              <a:rPr sz="3200" dirty="0"/>
              <a:t>Results &amp;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904" y="1179577"/>
            <a:ext cx="8503920" cy="5068830"/>
          </a:xfrm>
        </p:spPr>
        <p:txBody>
          <a:bodyPr>
            <a:normAutofit/>
          </a:bodyPr>
          <a:lstStyle/>
          <a:p>
            <a:r>
              <a:rPr sz="2200" dirty="0"/>
              <a:t>Model Comparison (Top Results)</a:t>
            </a:r>
          </a:p>
          <a:p>
            <a:pPr marL="0" indent="0">
              <a:buNone/>
            </a:pPr>
            <a:endParaRPr sz="2200" dirty="0"/>
          </a:p>
          <a:p>
            <a:r>
              <a:rPr sz="2200" dirty="0" err="1"/>
              <a:t>xgboost_pre_smote</a:t>
            </a:r>
            <a:r>
              <a:rPr sz="2200" dirty="0"/>
              <a:t> | Precision=0.961 Recall=0.768 F1=0.854</a:t>
            </a:r>
          </a:p>
          <a:p>
            <a:r>
              <a:rPr sz="2200" dirty="0" err="1"/>
              <a:t>xgboost_post_smote</a:t>
            </a:r>
            <a:r>
              <a:rPr sz="2200" dirty="0"/>
              <a:t> | Precision=0.854 Recall=0.800 F1=0.826</a:t>
            </a:r>
          </a:p>
          <a:p>
            <a:r>
              <a:rPr sz="2200" dirty="0" err="1"/>
              <a:t>random_forest_pre_smote</a:t>
            </a:r>
            <a:r>
              <a:rPr sz="2200" dirty="0"/>
              <a:t> | Precision=0.971 Recall=0.716 F1=0.824</a:t>
            </a:r>
          </a:p>
          <a:p>
            <a:r>
              <a:rPr sz="2200" dirty="0" err="1"/>
              <a:t>random_forest_post_smote</a:t>
            </a:r>
            <a:r>
              <a:rPr sz="2200" dirty="0"/>
              <a:t> | Precision=0.900 Recall=0.758 F1=0.823</a:t>
            </a:r>
          </a:p>
          <a:p>
            <a:r>
              <a:rPr sz="2200" dirty="0" err="1"/>
              <a:t>dnn_post_smote</a:t>
            </a:r>
            <a:r>
              <a:rPr sz="2200" dirty="0"/>
              <a:t> | Precision=0.763 Recall=0.779 F1=0.771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99426"/>
          </a:xfrm>
        </p:spPr>
        <p:txBody>
          <a:bodyPr/>
          <a:lstStyle/>
          <a:p>
            <a:r>
              <a:rPr sz="3600" dirty="0"/>
              <a:t>Error Analysis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252729"/>
            <a:ext cx="8074074" cy="4995678"/>
          </a:xfrm>
        </p:spPr>
        <p:txBody>
          <a:bodyPr>
            <a:normAutofit lnSpcReduction="10000"/>
          </a:bodyPr>
          <a:lstStyle/>
          <a:p>
            <a:r>
              <a:rPr sz="1800" dirty="0"/>
              <a:t>Best Model: </a:t>
            </a:r>
            <a:r>
              <a:rPr sz="1800" dirty="0" err="1"/>
              <a:t>XGBoost</a:t>
            </a:r>
            <a:r>
              <a:rPr sz="1800" dirty="0"/>
              <a:t> Pre-SMOTE</a:t>
            </a:r>
          </a:p>
          <a:p>
            <a:endParaRPr sz="1800" dirty="0"/>
          </a:p>
          <a:p>
            <a:r>
              <a:rPr sz="1800" dirty="0"/>
              <a:t>Confusion Matrix:</a:t>
            </a:r>
          </a:p>
          <a:p>
            <a:r>
              <a:rPr sz="1800" dirty="0"/>
              <a:t>TN=56648</a:t>
            </a:r>
          </a:p>
          <a:p>
            <a:r>
              <a:rPr sz="1800" dirty="0"/>
              <a:t>FP=3</a:t>
            </a:r>
          </a:p>
          <a:p>
            <a:r>
              <a:rPr sz="1800" dirty="0"/>
              <a:t>FN=22</a:t>
            </a:r>
          </a:p>
          <a:p>
            <a:r>
              <a:rPr sz="1800" dirty="0"/>
              <a:t>TP=73</a:t>
            </a:r>
          </a:p>
          <a:p>
            <a:endParaRPr sz="1800" dirty="0"/>
          </a:p>
          <a:p>
            <a:r>
              <a:rPr sz="1800" dirty="0"/>
              <a:t>Deployment:</a:t>
            </a:r>
          </a:p>
          <a:p>
            <a:r>
              <a:rPr sz="1800" dirty="0" err="1"/>
              <a:t>Streamlit</a:t>
            </a:r>
            <a:r>
              <a:rPr sz="1800" dirty="0"/>
              <a:t> UI</a:t>
            </a:r>
          </a:p>
          <a:p>
            <a:r>
              <a:rPr sz="1800" dirty="0"/>
              <a:t>CSV/Excel Upload</a:t>
            </a:r>
          </a:p>
          <a:p>
            <a:r>
              <a:rPr sz="1800" dirty="0"/>
              <a:t>Fraud Probability Scoring</a:t>
            </a:r>
          </a:p>
          <a:p>
            <a:r>
              <a:rPr sz="1800" dirty="0"/>
              <a:t>API Ready</a:t>
            </a:r>
          </a:p>
        </p:txBody>
      </p:sp>
      <p:pic>
        <p:nvPicPr>
          <p:cNvPr id="4" name="Picture 3" descr="xgboost_pre_smot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827" y="1801368"/>
            <a:ext cx="3735165" cy="3511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17130"/>
          </a:xfrm>
        </p:spPr>
        <p:txBody>
          <a:bodyPr/>
          <a:lstStyle/>
          <a:p>
            <a:r>
              <a:rPr sz="3200" dirty="0"/>
              <a:t>Risks, 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188721"/>
            <a:ext cx="7054644" cy="5059686"/>
          </a:xfrm>
        </p:spPr>
        <p:txBody>
          <a:bodyPr numCol="2">
            <a:normAutofit/>
          </a:bodyPr>
          <a:lstStyle/>
          <a:p>
            <a:r>
              <a:rPr dirty="0"/>
              <a:t>Risks:</a:t>
            </a:r>
          </a:p>
          <a:p>
            <a:pPr marL="0" indent="0">
              <a:buNone/>
            </a:pPr>
            <a:r>
              <a:rPr dirty="0"/>
              <a:t>- Class Imbalance</a:t>
            </a:r>
          </a:p>
          <a:p>
            <a:pPr marL="0" indent="0">
              <a:buNone/>
            </a:pPr>
            <a:r>
              <a:rPr dirty="0"/>
              <a:t>- Data Drift</a:t>
            </a:r>
          </a:p>
          <a:p>
            <a:pPr marL="0" indent="0">
              <a:buNone/>
            </a:pPr>
            <a:r>
              <a:rPr dirty="0"/>
              <a:t>- Concept Drift</a:t>
            </a:r>
          </a:p>
          <a:p>
            <a:endParaRPr dirty="0"/>
          </a:p>
          <a:p>
            <a:r>
              <a:rPr dirty="0"/>
              <a:t>Ethics:</a:t>
            </a:r>
          </a:p>
          <a:p>
            <a:pPr marL="0" indent="0">
              <a:buNone/>
            </a:pPr>
            <a:r>
              <a:rPr dirty="0"/>
              <a:t>- False Positives impact customers</a:t>
            </a:r>
          </a:p>
          <a:p>
            <a:pPr marL="0" indent="0">
              <a:buNone/>
            </a:pPr>
            <a:r>
              <a:rPr dirty="0"/>
              <a:t>- False Negatives cause financial loss</a:t>
            </a:r>
          </a:p>
          <a:p>
            <a:endParaRPr dirty="0"/>
          </a:p>
          <a:p>
            <a:endParaRPr lang="en-IN" dirty="0"/>
          </a:p>
          <a:p>
            <a:r>
              <a:rPr lang="en-IN" dirty="0"/>
              <a:t>Future Scope:</a:t>
            </a:r>
          </a:p>
          <a:p>
            <a:pPr marL="0" indent="0">
              <a:buNone/>
            </a:pPr>
            <a:r>
              <a:rPr dirty="0"/>
              <a:t>- SHAP Explainability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MLflow</a:t>
            </a:r>
            <a:r>
              <a:rPr dirty="0"/>
              <a:t> &amp; Monitoring</a:t>
            </a:r>
          </a:p>
          <a:p>
            <a:pPr marL="0" indent="0">
              <a:buNone/>
            </a:pPr>
            <a:r>
              <a:rPr dirty="0"/>
              <a:t>- Drift Detection</a:t>
            </a:r>
          </a:p>
          <a:p>
            <a:pPr marL="0" indent="0">
              <a:buNone/>
            </a:pPr>
            <a:r>
              <a:rPr dirty="0"/>
              <a:t>- Cloud Deployment (AWS/Azure)</a:t>
            </a:r>
          </a:p>
          <a:p>
            <a:endParaRPr dirty="0"/>
          </a:p>
          <a:p>
            <a:r>
              <a:rPr dirty="0"/>
              <a:t>Conclusion:</a:t>
            </a:r>
          </a:p>
          <a:p>
            <a:pPr marL="0" indent="0">
              <a:buNone/>
            </a:pPr>
            <a:r>
              <a:rPr dirty="0" err="1"/>
              <a:t>XGBoost</a:t>
            </a:r>
            <a:r>
              <a:rPr dirty="0"/>
              <a:t> Pre-SMOTE delivered the best balance of precision, recall and business value.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77</TotalTime>
  <Words>512</Words>
  <Application>Microsoft Office PowerPoint</Application>
  <PresentationFormat>On-screen Show (4:3)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PowerPoint Presentation</vt:lpstr>
      <vt:lpstr>Credit Card Fraud Detection Pipeline</vt:lpstr>
      <vt:lpstr>Dataset &amp; Business Understanding</vt:lpstr>
      <vt:lpstr>EDA &amp; Preprocessing</vt:lpstr>
      <vt:lpstr>Models &amp; Experiment Design</vt:lpstr>
      <vt:lpstr>Results &amp; Model Comparison</vt:lpstr>
      <vt:lpstr>Error Analysis &amp; Deployment</vt:lpstr>
      <vt:lpstr>Risks, Future Scope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Pamal Singh</cp:lastModifiedBy>
  <cp:revision>3</cp:revision>
  <dcterms:created xsi:type="dcterms:W3CDTF">2013-01-27T09:14:16Z</dcterms:created>
  <dcterms:modified xsi:type="dcterms:W3CDTF">2026-06-18T14:44:21Z</dcterms:modified>
  <cp:category/>
</cp:coreProperties>
</file>